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Funnel Sans"/>
      <p:regular r:id="rId22"/>
      <p:bold r:id="rId23"/>
      <p:italic r:id="rId24"/>
      <p:boldItalic r:id="rId25"/>
    </p:embeddedFont>
    <p:embeddedFont>
      <p:font typeface="Funnel Display"/>
      <p:regular r:id="rId26"/>
      <p:bold r:id="rId27"/>
    </p:embeddedFont>
    <p:embeddedFont>
      <p:font typeface="Raleway Black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vb3LqbMXyUp3lQ5WwiT45ZfOw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FunnelSans-regular.fntdata"/><Relationship Id="rId21" Type="http://schemas.openxmlformats.org/officeDocument/2006/relationships/slide" Target="slides/slide17.xml"/><Relationship Id="rId24" Type="http://schemas.openxmlformats.org/officeDocument/2006/relationships/font" Target="fonts/FunnelSans-italic.fntdata"/><Relationship Id="rId23" Type="http://schemas.openxmlformats.org/officeDocument/2006/relationships/font" Target="fonts/Funnel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unnelDisplay-regular.fntdata"/><Relationship Id="rId25" Type="http://schemas.openxmlformats.org/officeDocument/2006/relationships/font" Target="fonts/FunnelSans-boldItalic.fntdata"/><Relationship Id="rId28" Type="http://schemas.openxmlformats.org/officeDocument/2006/relationships/font" Target="fonts/RalewayBlack-bold.fntdata"/><Relationship Id="rId27" Type="http://schemas.openxmlformats.org/officeDocument/2006/relationships/font" Target="fonts/FunnelDis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Black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599f76ea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599f76ea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a599f76ea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599f76ea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a599f76ea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a599f76ea0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>
            <a:off x="4844117" y="2102157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1" i="0" lang="en-US" sz="4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Open Vocabulary Semantic Segmentation</a:t>
            </a:r>
            <a:endParaRPr b="1" i="0" sz="1200" u="none" cap="none" strike="noStrike">
              <a:solidFill>
                <a:srgbClr val="000000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4844117" y="3912124"/>
            <a:ext cx="7468553" cy="706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Bridging Computer Vision and Language for Adaptive Earth Observation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1204" y="142781"/>
            <a:ext cx="1228633" cy="112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4987" y="142781"/>
            <a:ext cx="2240824" cy="112041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/>
          <p:nvPr/>
        </p:nvSpPr>
        <p:spPr>
          <a:xfrm>
            <a:off x="4646152" y="6079238"/>
            <a:ext cx="7468553" cy="127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Abedal Salam AL ASHI ABOU SHOUSHE  - 336648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MAATOUK - 343952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JABER  - 338920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 b="4834" l="20274" r="1757" t="18921"/>
          <a:stretch/>
        </p:blipFill>
        <p:spPr>
          <a:xfrm rot="5400000">
            <a:off x="-1345329" y="1315786"/>
            <a:ext cx="6938128" cy="4306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0" y="214296"/>
            <a:ext cx="633874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Funnel Display"/>
                <a:ea typeface="Funnel Display"/>
                <a:cs typeface="Funnel Display"/>
                <a:sym typeface="Funnel Display"/>
              </a:rPr>
              <a:t>Introduction</a:t>
            </a:r>
            <a:endParaRPr/>
          </a:p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169681" y="1871069"/>
            <a:ext cx="5740925" cy="3785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unnel Sans"/>
              <a:buChar char="•"/>
            </a:pP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Semantic segmentation is the task of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assigning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a class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label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to every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pixel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unnel Sans"/>
              <a:buChar char="•"/>
            </a:pP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Traditional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models are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closed set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: they can only classify the categories they were trained on.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unnel Sans"/>
              <a:buChar char="•"/>
            </a:pP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Open vocab segmentation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extends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this by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linking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visual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features with 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text</a:t>
            </a:r>
            <a:r>
              <a:rPr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 </a:t>
            </a:r>
            <a:r>
              <a:rPr b="1" lang="en-US" sz="2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embeddings</a:t>
            </a:r>
            <a:endParaRPr b="1" i="0" sz="20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 b="-1" l="1569" r="0" t="956"/>
          <a:stretch/>
        </p:blipFill>
        <p:spPr>
          <a:xfrm>
            <a:off x="7299356" y="0"/>
            <a:ext cx="4892645" cy="649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2"/>
          <p:cNvPicPr preferRelativeResize="0"/>
          <p:nvPr/>
        </p:nvPicPr>
        <p:blipFill rotWithShape="1">
          <a:blip r:embed="rId4">
            <a:alphaModFix/>
          </a:blip>
          <a:srcRect b="0" l="2455" r="-436" t="1008"/>
          <a:stretch/>
        </p:blipFill>
        <p:spPr>
          <a:xfrm>
            <a:off x="7321219" y="6425332"/>
            <a:ext cx="4892644" cy="43266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5006007" y="3249890"/>
            <a:ext cx="7185993" cy="19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Value Proposition 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&amp; Project Objectives</a:t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pic>
        <p:nvPicPr>
          <p:cNvPr descr="business couple in hand (Provided by Getty Images)" id="98" name="Google Shape;98;p8"/>
          <p:cNvPicPr preferRelativeResize="0"/>
          <p:nvPr/>
        </p:nvPicPr>
        <p:blipFill rotWithShape="1">
          <a:blip r:embed="rId3">
            <a:alphaModFix/>
          </a:blip>
          <a:srcRect b="0" l="5527" r="5506" t="0"/>
          <a:stretch/>
        </p:blipFill>
        <p:spPr>
          <a:xfrm>
            <a:off x="0" y="0"/>
            <a:ext cx="461913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490537" y="442890"/>
            <a:ext cx="6053697" cy="563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Funnel Display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Motivation &amp; Current Gap</a:t>
            </a:r>
            <a:endParaRPr b="1" i="0" sz="3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50152" y="1750612"/>
            <a:ext cx="3699746" cy="2990036"/>
          </a:xfrm>
          <a:prstGeom prst="roundRect">
            <a:avLst>
              <a:gd fmla="val 3248" name="adj"/>
            </a:avLst>
          </a:prstGeom>
          <a:solidFill>
            <a:srgbClr val="F4FBFE"/>
          </a:solidFill>
          <a:ln cap="flat" cmpd="sng" w="9525">
            <a:solidFill>
              <a:srgbClr val="337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493" y="2194952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368742" y="3068083"/>
            <a:ext cx="348079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Environmental Monitoring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03743" y="3439852"/>
            <a:ext cx="366486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Essential for tracking ecological changes, deforestation, and climate impact.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263547" y="1767281"/>
            <a:ext cx="3768957" cy="2990036"/>
          </a:xfrm>
          <a:prstGeom prst="roundRect">
            <a:avLst>
              <a:gd fmla="val 3248" name="adj"/>
            </a:avLst>
          </a:prstGeom>
          <a:solidFill>
            <a:srgbClr val="F4FBFE"/>
          </a:solidFill>
          <a:ln cap="flat" cmpd="sng" w="9525">
            <a:solidFill>
              <a:srgbClr val="337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400564" y="3021754"/>
            <a:ext cx="2803573" cy="339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Disaster Management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400564" y="3494939"/>
            <a:ext cx="3487020" cy="110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Rapid assessment of damage from floods, fires, and seismic events.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314441" y="1767281"/>
            <a:ext cx="3699746" cy="2990036"/>
          </a:xfrm>
          <a:prstGeom prst="roundRect">
            <a:avLst>
              <a:gd fmla="val 3248" name="adj"/>
            </a:avLst>
          </a:prstGeom>
          <a:solidFill>
            <a:srgbClr val="F4FBFE"/>
          </a:solidFill>
          <a:ln cap="flat" cmpd="sng" w="9525">
            <a:solidFill>
              <a:srgbClr val="337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673" y="2211621"/>
            <a:ext cx="312090" cy="31209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8426025" y="2952474"/>
            <a:ext cx="2477606" cy="339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Urban Planning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426025" y="3357155"/>
            <a:ext cx="3362231" cy="110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Informing sustainable development and infrastructure growth.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4493" y="5321388"/>
            <a:ext cx="11258735" cy="1023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We require models that possess strong generalization capabilities to correctly identify and segment categories outside their initial training set.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73263" y="5184284"/>
            <a:ext cx="30480" cy="1304449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6025" y="1805725"/>
            <a:ext cx="1081986" cy="1081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742" y="1844136"/>
            <a:ext cx="1108338" cy="11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0565" y="1848251"/>
            <a:ext cx="1104690" cy="110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4076200" y="411151"/>
            <a:ext cx="4068842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200"/>
              <a:buFont typeface="Funnel Display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Value Proposition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grpSp>
        <p:nvGrpSpPr>
          <p:cNvPr id="125" name="Google Shape;125;p5"/>
          <p:cNvGrpSpPr/>
          <p:nvPr/>
        </p:nvGrpSpPr>
        <p:grpSpPr>
          <a:xfrm>
            <a:off x="511775" y="1374272"/>
            <a:ext cx="11047930" cy="1318059"/>
            <a:chOff x="521343" y="1615639"/>
            <a:chExt cx="8026685" cy="2305912"/>
          </a:xfrm>
        </p:grpSpPr>
        <p:sp>
          <p:nvSpPr>
            <p:cNvPr id="126" name="Google Shape;126;p5"/>
            <p:cNvSpPr/>
            <p:nvPr/>
          </p:nvSpPr>
          <p:spPr>
            <a:xfrm>
              <a:off x="551828" y="1615639"/>
              <a:ext cx="7996200" cy="2305800"/>
            </a:xfrm>
            <a:prstGeom prst="roundRect">
              <a:avLst>
                <a:gd fmla="val 5537" name="adj"/>
              </a:avLst>
            </a:prstGeom>
            <a:solidFill>
              <a:srgbClr val="F4FBFE"/>
            </a:solidFill>
            <a:ln cap="flat" cmpd="sng" w="30475">
              <a:solidFill>
                <a:srgbClr val="D5CD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521343" y="1615641"/>
              <a:ext cx="102067" cy="2305910"/>
            </a:xfrm>
            <a:prstGeom prst="roundRect">
              <a:avLst>
                <a:gd fmla="val 74466" name="adj"/>
              </a:avLst>
            </a:prstGeom>
            <a:solidFill>
              <a:srgbClr val="337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889838" y="1862216"/>
              <a:ext cx="2122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00"/>
                <a:buFont typeface="Funnel Display"/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Adaptive Land Monitoring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886095" y="2586936"/>
              <a:ext cx="7090200" cy="9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600"/>
                <a:buFont typeface="Funnel Sans"/>
                <a:buNone/>
              </a:pPr>
              <a:r>
                <a:rPr b="0" i="0" lang="en-US" sz="16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Enables continuous, on-the-fly monitoring without the need for constant, expensive retraining cycles.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5"/>
          <p:cNvGrpSpPr/>
          <p:nvPr/>
        </p:nvGrpSpPr>
        <p:grpSpPr>
          <a:xfrm>
            <a:off x="521518" y="2957490"/>
            <a:ext cx="11028444" cy="1473890"/>
            <a:chOff x="8077204" y="1390194"/>
            <a:chExt cx="8471037" cy="2085300"/>
          </a:xfrm>
        </p:grpSpPr>
        <p:sp>
          <p:nvSpPr>
            <p:cNvPr id="131" name="Google Shape;131;p5"/>
            <p:cNvSpPr/>
            <p:nvPr/>
          </p:nvSpPr>
          <p:spPr>
            <a:xfrm>
              <a:off x="8092441" y="1390194"/>
              <a:ext cx="8455800" cy="2085300"/>
            </a:xfrm>
            <a:prstGeom prst="roundRect">
              <a:avLst>
                <a:gd fmla="val 5537" name="adj"/>
              </a:avLst>
            </a:prstGeom>
            <a:solidFill>
              <a:srgbClr val="F4FBFE"/>
            </a:solidFill>
            <a:ln cap="flat" cmpd="sng" w="30475">
              <a:solidFill>
                <a:srgbClr val="D5CD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8077204" y="1390194"/>
              <a:ext cx="121800" cy="2085300"/>
            </a:xfrm>
            <a:prstGeom prst="roundRect">
              <a:avLst>
                <a:gd fmla="val 74466" name="adj"/>
              </a:avLst>
            </a:prstGeom>
            <a:solidFill>
              <a:srgbClr val="337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445699" y="1862207"/>
              <a:ext cx="25086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00"/>
                <a:buFont typeface="Funnel Display"/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Vision-Language Connection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8445690" y="2427631"/>
              <a:ext cx="78249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600"/>
                <a:buFont typeface="Funnel Sans"/>
                <a:buNone/>
              </a:pPr>
              <a:r>
                <a:rPr b="0" i="0" lang="en-US" sz="16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Leverages multimodal models to fuse visual features with semantic language understanding.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>
            <a:off x="601367" y="4696557"/>
            <a:ext cx="10948637" cy="1785300"/>
            <a:chOff x="3846192" y="4145707"/>
            <a:chExt cx="4176000" cy="1785300"/>
          </a:xfrm>
        </p:grpSpPr>
        <p:sp>
          <p:nvSpPr>
            <p:cNvPr id="136" name="Google Shape;136;p5"/>
            <p:cNvSpPr/>
            <p:nvPr/>
          </p:nvSpPr>
          <p:spPr>
            <a:xfrm>
              <a:off x="3846192" y="4145707"/>
              <a:ext cx="4176000" cy="1785300"/>
            </a:xfrm>
            <a:prstGeom prst="roundRect">
              <a:avLst>
                <a:gd fmla="val 5479" name="adj"/>
              </a:avLst>
            </a:prstGeom>
            <a:solidFill>
              <a:srgbClr val="F4FBFE"/>
            </a:solidFill>
            <a:ln cap="flat" cmpd="sng" w="30475">
              <a:solidFill>
                <a:srgbClr val="D5CD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990457" y="4392303"/>
              <a:ext cx="2543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00"/>
                <a:buFont typeface="Funnel Display"/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Actionable Insights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3990461" y="4814461"/>
              <a:ext cx="3837900" cy="8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600"/>
                <a:buFont typeface="Funnel Sans"/>
                <a:buNone/>
              </a:pPr>
              <a:r>
                <a:rPr b="0" i="0" lang="en-US" sz="16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Supports critical applications: </a:t>
              </a:r>
              <a:r>
                <a:rPr b="1" i="0" lang="en-US" sz="16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real-time environmental analysis</a:t>
              </a:r>
              <a:r>
                <a:rPr b="0" i="0" lang="en-US" sz="16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, rapid disaster response, and dynamic urban development tracking.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5"/>
          <p:cNvSpPr/>
          <p:nvPr/>
        </p:nvSpPr>
        <p:spPr>
          <a:xfrm>
            <a:off x="521525" y="4696552"/>
            <a:ext cx="158700" cy="1785300"/>
          </a:xfrm>
          <a:prstGeom prst="roundRect">
            <a:avLst>
              <a:gd fmla="val 74466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a599f76ea0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832" y="944284"/>
            <a:ext cx="915243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>
            <a:off x="3167368" y="1385195"/>
            <a:ext cx="2298273" cy="2043805"/>
          </a:xfrm>
          <a:prstGeom prst="rect">
            <a:avLst/>
          </a:prstGeom>
          <a:solidFill>
            <a:srgbClr val="D8E2F3"/>
          </a:solidFill>
          <a:ln cap="flat" cmpd="sng" w="25400">
            <a:solidFill>
              <a:srgbClr val="1C305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3789242" y="2558857"/>
            <a:ext cx="1057833" cy="512512"/>
          </a:xfrm>
          <a:prstGeom prst="flowChartTerminator">
            <a:avLst/>
          </a:prstGeom>
          <a:solidFill>
            <a:srgbClr val="D5DBE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3789242" y="1691498"/>
            <a:ext cx="1057833" cy="512512"/>
          </a:xfrm>
          <a:prstGeom prst="flowChartTerminator">
            <a:avLst/>
          </a:prstGeom>
          <a:solidFill>
            <a:srgbClr val="D5DBE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3436823" y="222257"/>
            <a:ext cx="6596996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200"/>
              <a:buFont typeface="Funnel Display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GSNet: Existing Architecture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68888" y="4358505"/>
            <a:ext cx="83878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Generalist Visual Encoder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(CLIP-based)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Provides semantic understanding aligned with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Specialist Visual Encoder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(DINO-based)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Provides spatial and domain-specific features for RS images.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 + Decoder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Combines both streams to produce the final segmentation map.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88" y="1204521"/>
            <a:ext cx="2535336" cy="220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"/>
          <p:cNvSpPr txBox="1"/>
          <p:nvPr/>
        </p:nvSpPr>
        <p:spPr>
          <a:xfrm>
            <a:off x="3789242" y="3558477"/>
            <a:ext cx="145228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2"/>
          <p:cNvCxnSpPr>
            <a:endCxn id="150" idx="1"/>
          </p:cNvCxnSpPr>
          <p:nvPr/>
        </p:nvCxnSpPr>
        <p:spPr>
          <a:xfrm>
            <a:off x="2534068" y="2407098"/>
            <a:ext cx="63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2"/>
          <p:cNvSpPr txBox="1"/>
          <p:nvPr/>
        </p:nvSpPr>
        <p:spPr>
          <a:xfrm>
            <a:off x="3923712" y="2617128"/>
            <a:ext cx="76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3740559" y="1747719"/>
            <a:ext cx="155654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CLIP ViT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2"/>
          <p:cNvCxnSpPr/>
          <p:nvPr/>
        </p:nvCxnSpPr>
        <p:spPr>
          <a:xfrm>
            <a:off x="5465641" y="2405521"/>
            <a:ext cx="633186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61" name="Google Shape;161;p2"/>
          <p:cNvGrpSpPr/>
          <p:nvPr/>
        </p:nvGrpSpPr>
        <p:grpSpPr>
          <a:xfrm>
            <a:off x="6098827" y="2003557"/>
            <a:ext cx="2169459" cy="782444"/>
            <a:chOff x="6606988" y="2950912"/>
            <a:chExt cx="2169459" cy="782444"/>
          </a:xfrm>
        </p:grpSpPr>
        <p:sp>
          <p:nvSpPr>
            <p:cNvPr id="162" name="Google Shape;162;p2"/>
            <p:cNvSpPr/>
            <p:nvPr/>
          </p:nvSpPr>
          <p:spPr>
            <a:xfrm>
              <a:off x="6606988" y="2950912"/>
              <a:ext cx="2169459" cy="782444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25400">
              <a:solidFill>
                <a:srgbClr val="1C305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7243482" y="3153671"/>
              <a:ext cx="9681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4" name="Google Shape;164;p2"/>
          <p:cNvCxnSpPr>
            <a:stCxn id="162" idx="3"/>
          </p:cNvCxnSpPr>
          <p:nvPr/>
        </p:nvCxnSpPr>
        <p:spPr>
          <a:xfrm>
            <a:off x="8268286" y="2394779"/>
            <a:ext cx="944100" cy="1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65" name="Google Shape;165;p2"/>
          <p:cNvGrpSpPr/>
          <p:nvPr/>
        </p:nvGrpSpPr>
        <p:grpSpPr>
          <a:xfrm>
            <a:off x="9212516" y="1845376"/>
            <a:ext cx="1900518" cy="1123442"/>
            <a:chOff x="9412940" y="2159358"/>
            <a:chExt cx="1900518" cy="1123442"/>
          </a:xfrm>
        </p:grpSpPr>
        <p:sp>
          <p:nvSpPr>
            <p:cNvPr id="166" name="Google Shape;166;p2"/>
            <p:cNvSpPr/>
            <p:nvPr/>
          </p:nvSpPr>
          <p:spPr>
            <a:xfrm>
              <a:off x="9412940" y="2159358"/>
              <a:ext cx="1900518" cy="11234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254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 txBox="1"/>
            <p:nvPr/>
          </p:nvSpPr>
          <p:spPr>
            <a:xfrm>
              <a:off x="9798421" y="2520626"/>
              <a:ext cx="11295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Decoder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8" name="Google Shape;1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0719" y="3712365"/>
            <a:ext cx="3490611" cy="23774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"/>
          <p:cNvCxnSpPr>
            <a:stCxn id="166" idx="2"/>
          </p:cNvCxnSpPr>
          <p:nvPr/>
        </p:nvCxnSpPr>
        <p:spPr>
          <a:xfrm>
            <a:off x="10162775" y="2968818"/>
            <a:ext cx="0" cy="7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2719983" y="97139"/>
            <a:ext cx="6438508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200"/>
              <a:buFont typeface="Funnel Display"/>
              <a:buNone/>
            </a:pPr>
            <a:r>
              <a:rPr b="1" lang="en-US" sz="3200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Role of</a:t>
            </a: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CLIP and DINO </a:t>
            </a:r>
            <a:r>
              <a:rPr b="1" lang="en-US" sz="3200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 GSNet</a:t>
            </a: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grpSp>
        <p:nvGrpSpPr>
          <p:cNvPr id="175" name="Google Shape;175;p4"/>
          <p:cNvGrpSpPr/>
          <p:nvPr/>
        </p:nvGrpSpPr>
        <p:grpSpPr>
          <a:xfrm>
            <a:off x="1571276" y="817431"/>
            <a:ext cx="2297413" cy="1350816"/>
            <a:chOff x="551828" y="1615639"/>
            <a:chExt cx="8026684" cy="2363220"/>
          </a:xfrm>
        </p:grpSpPr>
        <p:sp>
          <p:nvSpPr>
            <p:cNvPr id="176" name="Google Shape;176;p4"/>
            <p:cNvSpPr/>
            <p:nvPr/>
          </p:nvSpPr>
          <p:spPr>
            <a:xfrm>
              <a:off x="551828" y="1615639"/>
              <a:ext cx="7996200" cy="2305800"/>
            </a:xfrm>
            <a:prstGeom prst="roundRect">
              <a:avLst>
                <a:gd fmla="val 5537" name="adj"/>
              </a:avLst>
            </a:prstGeom>
            <a:solidFill>
              <a:srgbClr val="F4FBFE"/>
            </a:solidFill>
            <a:ln cap="flat" cmpd="sng" w="30475">
              <a:solidFill>
                <a:srgbClr val="D5CD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 rot="5400000">
              <a:off x="4467292" y="-132361"/>
              <a:ext cx="195761" cy="8026678"/>
            </a:xfrm>
            <a:prstGeom prst="roundRect">
              <a:avLst>
                <a:gd fmla="val 74466" name="adj"/>
              </a:avLst>
            </a:prstGeom>
            <a:solidFill>
              <a:srgbClr val="337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889838" y="1862215"/>
              <a:ext cx="2122200" cy="724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00"/>
                <a:buFont typeface="Funnel Display"/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CLIP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886095" y="2586936"/>
              <a:ext cx="7692416" cy="9608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Vision-Language Bridge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4"/>
          <p:cNvGrpSpPr/>
          <p:nvPr/>
        </p:nvGrpSpPr>
        <p:grpSpPr>
          <a:xfrm>
            <a:off x="8009784" y="817431"/>
            <a:ext cx="2297413" cy="1350816"/>
            <a:chOff x="551828" y="1615639"/>
            <a:chExt cx="8026684" cy="2363220"/>
          </a:xfrm>
        </p:grpSpPr>
        <p:sp>
          <p:nvSpPr>
            <p:cNvPr id="181" name="Google Shape;181;p4"/>
            <p:cNvSpPr/>
            <p:nvPr/>
          </p:nvSpPr>
          <p:spPr>
            <a:xfrm>
              <a:off x="551828" y="1615639"/>
              <a:ext cx="7996200" cy="2305800"/>
            </a:xfrm>
            <a:prstGeom prst="roundRect">
              <a:avLst>
                <a:gd fmla="val 5537" name="adj"/>
              </a:avLst>
            </a:prstGeom>
            <a:solidFill>
              <a:srgbClr val="F4FBFE"/>
            </a:solidFill>
            <a:ln cap="flat" cmpd="sng" w="30475">
              <a:solidFill>
                <a:srgbClr val="D5CD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 rot="5400000">
              <a:off x="4467292" y="-132361"/>
              <a:ext cx="195761" cy="8026678"/>
            </a:xfrm>
            <a:prstGeom prst="roundRect">
              <a:avLst>
                <a:gd fmla="val 74466" name="adj"/>
              </a:avLst>
            </a:prstGeom>
            <a:solidFill>
              <a:srgbClr val="337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889838" y="1862215"/>
              <a:ext cx="2122200" cy="724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00"/>
                <a:buFont typeface="Funnel Display"/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DINO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886095" y="2586936"/>
              <a:ext cx="7692416" cy="9608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Self-Supervised Learning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5" name="Google Shape;185;p4"/>
          <p:cNvPicPr preferRelativeResize="0"/>
          <p:nvPr/>
        </p:nvPicPr>
        <p:blipFill rotWithShape="1">
          <a:blip r:embed="rId3">
            <a:alphaModFix/>
          </a:blip>
          <a:srcRect b="0" l="0" r="49659" t="5872"/>
          <a:stretch/>
        </p:blipFill>
        <p:spPr>
          <a:xfrm>
            <a:off x="766079" y="2347202"/>
            <a:ext cx="4003482" cy="2638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17278" y="2821322"/>
            <a:ext cx="2171092" cy="2164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0308" y="2821323"/>
            <a:ext cx="2164265" cy="2164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111760" y="5255739"/>
            <a:ext cx="58318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Connects visual features to human-readable class names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zero-shot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in GSNet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Provides semantic understanding of what we're segmenting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6182328" y="5191201"/>
            <a:ext cx="5943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Discovers meaningful features automatically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robust to variations than supervised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in GSNet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Provides spatial/geometric understanding of image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760805" y="2503694"/>
            <a:ext cx="6210900" cy="1850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Hypotheses &amp; research questions</a:t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95" name="Google Shape;195;p6"/>
          <p:cNvSpPr/>
          <p:nvPr/>
        </p:nvSpPr>
        <p:spPr>
          <a:xfrm rot="-3270296">
            <a:off x="6617599" y="-71802"/>
            <a:ext cx="6979925" cy="7557568"/>
          </a:xfrm>
          <a:custGeom>
            <a:rect b="b" l="l" r="r" t="t"/>
            <a:pathLst>
              <a:path extrusionOk="0" h="161450" w="147573">
                <a:moveTo>
                  <a:pt x="144904" y="154678"/>
                </a:moveTo>
                <a:cubicBezTo>
                  <a:pt x="144904" y="144037"/>
                  <a:pt x="147572" y="128426"/>
                  <a:pt x="144503" y="120987"/>
                </a:cubicBezTo>
                <a:cubicBezTo>
                  <a:pt x="142669" y="116518"/>
                  <a:pt x="139233" y="112715"/>
                  <a:pt x="137532" y="108245"/>
                </a:cubicBezTo>
                <a:cubicBezTo>
                  <a:pt x="136231" y="104876"/>
                  <a:pt x="135931" y="101307"/>
                  <a:pt x="136031" y="97704"/>
                </a:cubicBezTo>
                <a:cubicBezTo>
                  <a:pt x="136398" y="81492"/>
                  <a:pt x="144170" y="65948"/>
                  <a:pt x="143870" y="49703"/>
                </a:cubicBezTo>
                <a:cubicBezTo>
                  <a:pt x="143569" y="33325"/>
                  <a:pt x="134563" y="17280"/>
                  <a:pt x="120219" y="7740"/>
                </a:cubicBezTo>
                <a:cubicBezTo>
                  <a:pt x="115850" y="4804"/>
                  <a:pt x="110979" y="2469"/>
                  <a:pt x="105642" y="1635"/>
                </a:cubicBezTo>
                <a:cubicBezTo>
                  <a:pt x="95035" y="1"/>
                  <a:pt x="84360" y="4838"/>
                  <a:pt x="76188" y="11309"/>
                </a:cubicBezTo>
                <a:cubicBezTo>
                  <a:pt x="67982" y="17780"/>
                  <a:pt x="61511" y="25919"/>
                  <a:pt x="53705" y="32724"/>
                </a:cubicBezTo>
                <a:cubicBezTo>
                  <a:pt x="48668" y="37161"/>
                  <a:pt x="42297" y="39829"/>
                  <a:pt x="35426" y="39062"/>
                </a:cubicBezTo>
                <a:cubicBezTo>
                  <a:pt x="32724" y="38795"/>
                  <a:pt x="30188" y="37794"/>
                  <a:pt x="27553" y="37394"/>
                </a:cubicBezTo>
                <a:cubicBezTo>
                  <a:pt x="21649" y="36660"/>
                  <a:pt x="15645" y="40963"/>
                  <a:pt x="11709" y="45133"/>
                </a:cubicBezTo>
                <a:cubicBezTo>
                  <a:pt x="7806" y="49303"/>
                  <a:pt x="5638" y="54707"/>
                  <a:pt x="4170" y="60110"/>
                </a:cubicBezTo>
                <a:cubicBezTo>
                  <a:pt x="0" y="75722"/>
                  <a:pt x="2836" y="84395"/>
                  <a:pt x="9173" y="99372"/>
                </a:cubicBezTo>
                <a:cubicBezTo>
                  <a:pt x="13843" y="110413"/>
                  <a:pt x="19314" y="116184"/>
                  <a:pt x="11008" y="154578"/>
                </a:cubicBezTo>
                <a:cubicBezTo>
                  <a:pt x="42130" y="161450"/>
                  <a:pt x="144904" y="156246"/>
                  <a:pt x="144904" y="154678"/>
                </a:cubicBezTo>
                <a:close/>
              </a:path>
            </a:pathLst>
          </a:custGeom>
          <a:solidFill>
            <a:srgbClr val="FEC130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6"/>
          <p:cNvGrpSpPr/>
          <p:nvPr/>
        </p:nvGrpSpPr>
        <p:grpSpPr>
          <a:xfrm>
            <a:off x="7452852" y="1243065"/>
            <a:ext cx="4446124" cy="4430148"/>
            <a:chOff x="5341350" y="918600"/>
            <a:chExt cx="3440800" cy="3476625"/>
          </a:xfrm>
        </p:grpSpPr>
        <p:grpSp>
          <p:nvGrpSpPr>
            <p:cNvPr id="197" name="Google Shape;197;p6"/>
            <p:cNvGrpSpPr/>
            <p:nvPr/>
          </p:nvGrpSpPr>
          <p:grpSpPr>
            <a:xfrm flipH="1">
              <a:off x="5791280" y="1648367"/>
              <a:ext cx="2365329" cy="2365358"/>
              <a:chOff x="1467900" y="399850"/>
              <a:chExt cx="2045425" cy="204545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467900" y="1405475"/>
                <a:ext cx="23125" cy="28675"/>
              </a:xfrm>
              <a:custGeom>
                <a:rect b="b" l="l" r="r" t="t"/>
                <a:pathLst>
                  <a:path extrusionOk="0" h="1147" w="925">
                    <a:moveTo>
                      <a:pt x="481" y="0"/>
                    </a:moveTo>
                    <a:cubicBezTo>
                      <a:pt x="185" y="0"/>
                      <a:pt x="0" y="185"/>
                      <a:pt x="0" y="444"/>
                    </a:cubicBezTo>
                    <a:lnTo>
                      <a:pt x="0" y="665"/>
                    </a:lnTo>
                    <a:cubicBezTo>
                      <a:pt x="0" y="961"/>
                      <a:pt x="185" y="1146"/>
                      <a:pt x="481" y="1146"/>
                    </a:cubicBezTo>
                    <a:cubicBezTo>
                      <a:pt x="740" y="1146"/>
                      <a:pt x="924" y="961"/>
                      <a:pt x="924" y="665"/>
                    </a:cubicBezTo>
                    <a:lnTo>
                      <a:pt x="924" y="444"/>
                    </a:lnTo>
                    <a:cubicBezTo>
                      <a:pt x="924" y="222"/>
                      <a:pt x="740" y="0"/>
                      <a:pt x="481" y="0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468825" y="400775"/>
                <a:ext cx="979750" cy="979750"/>
              </a:xfrm>
              <a:custGeom>
                <a:rect b="b" l="l" r="r" t="t"/>
                <a:pathLst>
                  <a:path extrusionOk="0" h="39190" w="39190">
                    <a:moveTo>
                      <a:pt x="38709" y="1"/>
                    </a:moveTo>
                    <a:cubicBezTo>
                      <a:pt x="38561" y="75"/>
                      <a:pt x="38376" y="75"/>
                      <a:pt x="38228" y="75"/>
                    </a:cubicBezTo>
                    <a:cubicBezTo>
                      <a:pt x="38006" y="112"/>
                      <a:pt x="37821" y="297"/>
                      <a:pt x="37821" y="555"/>
                    </a:cubicBezTo>
                    <a:cubicBezTo>
                      <a:pt x="37821" y="814"/>
                      <a:pt x="38043" y="999"/>
                      <a:pt x="38265" y="999"/>
                    </a:cubicBezTo>
                    <a:cubicBezTo>
                      <a:pt x="38450" y="999"/>
                      <a:pt x="38598" y="925"/>
                      <a:pt x="38782" y="925"/>
                    </a:cubicBezTo>
                    <a:cubicBezTo>
                      <a:pt x="39004" y="888"/>
                      <a:pt x="39189" y="703"/>
                      <a:pt x="39189" y="444"/>
                    </a:cubicBezTo>
                    <a:cubicBezTo>
                      <a:pt x="39152" y="186"/>
                      <a:pt x="38930" y="1"/>
                      <a:pt x="38709" y="1"/>
                    </a:cubicBezTo>
                    <a:close/>
                    <a:moveTo>
                      <a:pt x="36399" y="181"/>
                    </a:moveTo>
                    <a:cubicBezTo>
                      <a:pt x="36380" y="181"/>
                      <a:pt x="36361" y="183"/>
                      <a:pt x="36342" y="186"/>
                    </a:cubicBezTo>
                    <a:cubicBezTo>
                      <a:pt x="36195" y="186"/>
                      <a:pt x="36010" y="260"/>
                      <a:pt x="35862" y="260"/>
                    </a:cubicBezTo>
                    <a:cubicBezTo>
                      <a:pt x="35603" y="297"/>
                      <a:pt x="35418" y="518"/>
                      <a:pt x="35455" y="740"/>
                    </a:cubicBezTo>
                    <a:cubicBezTo>
                      <a:pt x="35492" y="999"/>
                      <a:pt x="35677" y="1184"/>
                      <a:pt x="35936" y="1184"/>
                    </a:cubicBezTo>
                    <a:lnTo>
                      <a:pt x="35973" y="1184"/>
                    </a:lnTo>
                    <a:cubicBezTo>
                      <a:pt x="36084" y="1184"/>
                      <a:pt x="36305" y="1110"/>
                      <a:pt x="36416" y="1110"/>
                    </a:cubicBezTo>
                    <a:cubicBezTo>
                      <a:pt x="36712" y="1073"/>
                      <a:pt x="36897" y="851"/>
                      <a:pt x="36860" y="629"/>
                    </a:cubicBezTo>
                    <a:cubicBezTo>
                      <a:pt x="36792" y="359"/>
                      <a:pt x="36601" y="181"/>
                      <a:pt x="36399" y="181"/>
                    </a:cubicBezTo>
                    <a:close/>
                    <a:moveTo>
                      <a:pt x="34035" y="514"/>
                    </a:moveTo>
                    <a:cubicBezTo>
                      <a:pt x="34015" y="514"/>
                      <a:pt x="33995" y="515"/>
                      <a:pt x="33976" y="518"/>
                    </a:cubicBezTo>
                    <a:cubicBezTo>
                      <a:pt x="33828" y="555"/>
                      <a:pt x="33644" y="555"/>
                      <a:pt x="33533" y="592"/>
                    </a:cubicBezTo>
                    <a:cubicBezTo>
                      <a:pt x="33274" y="666"/>
                      <a:pt x="33089" y="925"/>
                      <a:pt x="33163" y="1147"/>
                    </a:cubicBezTo>
                    <a:cubicBezTo>
                      <a:pt x="33200" y="1406"/>
                      <a:pt x="33385" y="1517"/>
                      <a:pt x="33607" y="1517"/>
                    </a:cubicBezTo>
                    <a:lnTo>
                      <a:pt x="33717" y="1517"/>
                    </a:lnTo>
                    <a:cubicBezTo>
                      <a:pt x="33828" y="1480"/>
                      <a:pt x="34013" y="1480"/>
                      <a:pt x="34161" y="1443"/>
                    </a:cubicBezTo>
                    <a:cubicBezTo>
                      <a:pt x="34383" y="1406"/>
                      <a:pt x="34568" y="1110"/>
                      <a:pt x="34531" y="888"/>
                    </a:cubicBezTo>
                    <a:cubicBezTo>
                      <a:pt x="34497" y="685"/>
                      <a:pt x="34247" y="514"/>
                      <a:pt x="34035" y="514"/>
                    </a:cubicBezTo>
                    <a:close/>
                    <a:moveTo>
                      <a:pt x="31705" y="1029"/>
                    </a:moveTo>
                    <a:cubicBezTo>
                      <a:pt x="31674" y="1029"/>
                      <a:pt x="31642" y="1031"/>
                      <a:pt x="31610" y="1036"/>
                    </a:cubicBezTo>
                    <a:cubicBezTo>
                      <a:pt x="31499" y="1036"/>
                      <a:pt x="31314" y="1073"/>
                      <a:pt x="31166" y="1110"/>
                    </a:cubicBezTo>
                    <a:cubicBezTo>
                      <a:pt x="30945" y="1147"/>
                      <a:pt x="30797" y="1443"/>
                      <a:pt x="30834" y="1665"/>
                    </a:cubicBezTo>
                    <a:cubicBezTo>
                      <a:pt x="30871" y="1923"/>
                      <a:pt x="31056" y="2034"/>
                      <a:pt x="31314" y="2034"/>
                    </a:cubicBezTo>
                    <a:lnTo>
                      <a:pt x="31351" y="2034"/>
                    </a:lnTo>
                    <a:cubicBezTo>
                      <a:pt x="31499" y="2034"/>
                      <a:pt x="31684" y="1997"/>
                      <a:pt x="31795" y="1960"/>
                    </a:cubicBezTo>
                    <a:cubicBezTo>
                      <a:pt x="32091" y="1923"/>
                      <a:pt x="32239" y="1628"/>
                      <a:pt x="32165" y="1406"/>
                    </a:cubicBezTo>
                    <a:cubicBezTo>
                      <a:pt x="32132" y="1146"/>
                      <a:pt x="31929" y="1029"/>
                      <a:pt x="31705" y="1029"/>
                    </a:cubicBezTo>
                    <a:close/>
                    <a:moveTo>
                      <a:pt x="29494" y="1605"/>
                    </a:moveTo>
                    <a:cubicBezTo>
                      <a:pt x="29447" y="1605"/>
                      <a:pt x="29399" y="1613"/>
                      <a:pt x="29355" y="1628"/>
                    </a:cubicBezTo>
                    <a:cubicBezTo>
                      <a:pt x="29207" y="1665"/>
                      <a:pt x="29022" y="1738"/>
                      <a:pt x="28911" y="1775"/>
                    </a:cubicBezTo>
                    <a:cubicBezTo>
                      <a:pt x="28616" y="1812"/>
                      <a:pt x="28468" y="2108"/>
                      <a:pt x="28579" y="2330"/>
                    </a:cubicBezTo>
                    <a:cubicBezTo>
                      <a:pt x="28652" y="2515"/>
                      <a:pt x="28837" y="2663"/>
                      <a:pt x="29022" y="2663"/>
                    </a:cubicBezTo>
                    <a:lnTo>
                      <a:pt x="29133" y="2663"/>
                    </a:lnTo>
                    <a:cubicBezTo>
                      <a:pt x="29318" y="2589"/>
                      <a:pt x="29466" y="2552"/>
                      <a:pt x="29577" y="2515"/>
                    </a:cubicBezTo>
                    <a:cubicBezTo>
                      <a:pt x="29873" y="2478"/>
                      <a:pt x="30020" y="2182"/>
                      <a:pt x="29909" y="1960"/>
                    </a:cubicBezTo>
                    <a:cubicBezTo>
                      <a:pt x="29880" y="1724"/>
                      <a:pt x="29685" y="1605"/>
                      <a:pt x="29494" y="1605"/>
                    </a:cubicBezTo>
                    <a:close/>
                    <a:moveTo>
                      <a:pt x="27301" y="2255"/>
                    </a:moveTo>
                    <a:cubicBezTo>
                      <a:pt x="27244" y="2255"/>
                      <a:pt x="27189" y="2267"/>
                      <a:pt x="27137" y="2293"/>
                    </a:cubicBezTo>
                    <a:cubicBezTo>
                      <a:pt x="26952" y="2367"/>
                      <a:pt x="26804" y="2404"/>
                      <a:pt x="26656" y="2441"/>
                    </a:cubicBezTo>
                    <a:cubicBezTo>
                      <a:pt x="26434" y="2552"/>
                      <a:pt x="26286" y="2848"/>
                      <a:pt x="26397" y="3069"/>
                    </a:cubicBezTo>
                    <a:cubicBezTo>
                      <a:pt x="26434" y="3291"/>
                      <a:pt x="26619" y="3402"/>
                      <a:pt x="26804" y="3402"/>
                    </a:cubicBezTo>
                    <a:cubicBezTo>
                      <a:pt x="26878" y="3402"/>
                      <a:pt x="26915" y="3402"/>
                      <a:pt x="27026" y="3291"/>
                    </a:cubicBezTo>
                    <a:lnTo>
                      <a:pt x="27469" y="3143"/>
                    </a:lnTo>
                    <a:cubicBezTo>
                      <a:pt x="27691" y="3069"/>
                      <a:pt x="27839" y="2774"/>
                      <a:pt x="27728" y="2552"/>
                    </a:cubicBezTo>
                    <a:cubicBezTo>
                      <a:pt x="27672" y="2382"/>
                      <a:pt x="27485" y="2255"/>
                      <a:pt x="27301" y="2255"/>
                    </a:cubicBezTo>
                    <a:close/>
                    <a:moveTo>
                      <a:pt x="25070" y="3174"/>
                    </a:moveTo>
                    <a:cubicBezTo>
                      <a:pt x="25006" y="3174"/>
                      <a:pt x="24941" y="3188"/>
                      <a:pt x="24881" y="3217"/>
                    </a:cubicBezTo>
                    <a:cubicBezTo>
                      <a:pt x="24734" y="3254"/>
                      <a:pt x="24586" y="3328"/>
                      <a:pt x="24475" y="3402"/>
                    </a:cubicBezTo>
                    <a:cubicBezTo>
                      <a:pt x="24216" y="3476"/>
                      <a:pt x="24142" y="3772"/>
                      <a:pt x="24216" y="3994"/>
                    </a:cubicBezTo>
                    <a:cubicBezTo>
                      <a:pt x="24290" y="4179"/>
                      <a:pt x="24475" y="4252"/>
                      <a:pt x="24660" y="4252"/>
                    </a:cubicBezTo>
                    <a:cubicBezTo>
                      <a:pt x="24697" y="4252"/>
                      <a:pt x="24734" y="4252"/>
                      <a:pt x="24845" y="4216"/>
                    </a:cubicBezTo>
                    <a:cubicBezTo>
                      <a:pt x="24955" y="4179"/>
                      <a:pt x="25103" y="4068"/>
                      <a:pt x="25251" y="4031"/>
                    </a:cubicBezTo>
                    <a:cubicBezTo>
                      <a:pt x="25473" y="3957"/>
                      <a:pt x="25584" y="3661"/>
                      <a:pt x="25473" y="3439"/>
                    </a:cubicBezTo>
                    <a:cubicBezTo>
                      <a:pt x="25419" y="3277"/>
                      <a:pt x="25246" y="3174"/>
                      <a:pt x="25070" y="3174"/>
                    </a:cubicBezTo>
                    <a:close/>
                    <a:moveTo>
                      <a:pt x="22876" y="4188"/>
                    </a:moveTo>
                    <a:cubicBezTo>
                      <a:pt x="22816" y="4188"/>
                      <a:pt x="22756" y="4197"/>
                      <a:pt x="22700" y="4216"/>
                    </a:cubicBezTo>
                    <a:cubicBezTo>
                      <a:pt x="22552" y="4326"/>
                      <a:pt x="22404" y="4363"/>
                      <a:pt x="22294" y="4437"/>
                    </a:cubicBezTo>
                    <a:cubicBezTo>
                      <a:pt x="22072" y="4548"/>
                      <a:pt x="21961" y="4807"/>
                      <a:pt x="22109" y="5066"/>
                    </a:cubicBezTo>
                    <a:cubicBezTo>
                      <a:pt x="22183" y="5177"/>
                      <a:pt x="22330" y="5288"/>
                      <a:pt x="22515" y="5288"/>
                    </a:cubicBezTo>
                    <a:lnTo>
                      <a:pt x="22663" y="5288"/>
                    </a:lnTo>
                    <a:cubicBezTo>
                      <a:pt x="22811" y="5177"/>
                      <a:pt x="22922" y="5103"/>
                      <a:pt x="23070" y="5066"/>
                    </a:cubicBezTo>
                    <a:cubicBezTo>
                      <a:pt x="23292" y="4955"/>
                      <a:pt x="23403" y="4696"/>
                      <a:pt x="23292" y="4437"/>
                    </a:cubicBezTo>
                    <a:cubicBezTo>
                      <a:pt x="23236" y="4271"/>
                      <a:pt x="23056" y="4188"/>
                      <a:pt x="22876" y="4188"/>
                    </a:cubicBezTo>
                    <a:close/>
                    <a:moveTo>
                      <a:pt x="20853" y="5257"/>
                    </a:moveTo>
                    <a:cubicBezTo>
                      <a:pt x="20776" y="5257"/>
                      <a:pt x="20699" y="5278"/>
                      <a:pt x="20630" y="5325"/>
                    </a:cubicBezTo>
                    <a:cubicBezTo>
                      <a:pt x="20482" y="5436"/>
                      <a:pt x="20334" y="5473"/>
                      <a:pt x="20223" y="5546"/>
                    </a:cubicBezTo>
                    <a:cubicBezTo>
                      <a:pt x="19964" y="5694"/>
                      <a:pt x="19890" y="5990"/>
                      <a:pt x="20001" y="6212"/>
                    </a:cubicBezTo>
                    <a:cubicBezTo>
                      <a:pt x="20112" y="6360"/>
                      <a:pt x="20297" y="6434"/>
                      <a:pt x="20445" y="6434"/>
                    </a:cubicBezTo>
                    <a:cubicBezTo>
                      <a:pt x="20519" y="6434"/>
                      <a:pt x="20630" y="6397"/>
                      <a:pt x="20667" y="6397"/>
                    </a:cubicBezTo>
                    <a:cubicBezTo>
                      <a:pt x="20815" y="6286"/>
                      <a:pt x="20963" y="6249"/>
                      <a:pt x="21073" y="6175"/>
                    </a:cubicBezTo>
                    <a:cubicBezTo>
                      <a:pt x="21332" y="6027"/>
                      <a:pt x="21406" y="5731"/>
                      <a:pt x="21258" y="5509"/>
                    </a:cubicBezTo>
                    <a:cubicBezTo>
                      <a:pt x="21182" y="5357"/>
                      <a:pt x="21019" y="5257"/>
                      <a:pt x="20853" y="5257"/>
                    </a:cubicBezTo>
                    <a:close/>
                    <a:moveTo>
                      <a:pt x="18910" y="6495"/>
                    </a:moveTo>
                    <a:cubicBezTo>
                      <a:pt x="18815" y="6495"/>
                      <a:pt x="18719" y="6525"/>
                      <a:pt x="18633" y="6582"/>
                    </a:cubicBezTo>
                    <a:lnTo>
                      <a:pt x="18227" y="6840"/>
                    </a:lnTo>
                    <a:cubicBezTo>
                      <a:pt x="18005" y="6988"/>
                      <a:pt x="17931" y="7284"/>
                      <a:pt x="18079" y="7506"/>
                    </a:cubicBezTo>
                    <a:cubicBezTo>
                      <a:pt x="18190" y="7580"/>
                      <a:pt x="18301" y="7691"/>
                      <a:pt x="18449" y="7691"/>
                    </a:cubicBezTo>
                    <a:cubicBezTo>
                      <a:pt x="18559" y="7691"/>
                      <a:pt x="18633" y="7654"/>
                      <a:pt x="18781" y="7654"/>
                    </a:cubicBezTo>
                    <a:cubicBezTo>
                      <a:pt x="18855" y="7543"/>
                      <a:pt x="19003" y="7469"/>
                      <a:pt x="19151" y="7358"/>
                    </a:cubicBezTo>
                    <a:cubicBezTo>
                      <a:pt x="19373" y="7210"/>
                      <a:pt x="19410" y="6951"/>
                      <a:pt x="19299" y="6730"/>
                    </a:cubicBezTo>
                    <a:cubicBezTo>
                      <a:pt x="19208" y="6570"/>
                      <a:pt x="19061" y="6495"/>
                      <a:pt x="18910" y="6495"/>
                    </a:cubicBezTo>
                    <a:close/>
                    <a:moveTo>
                      <a:pt x="16884" y="7834"/>
                    </a:moveTo>
                    <a:cubicBezTo>
                      <a:pt x="16793" y="7834"/>
                      <a:pt x="16705" y="7858"/>
                      <a:pt x="16637" y="7913"/>
                    </a:cubicBezTo>
                    <a:cubicBezTo>
                      <a:pt x="16526" y="8023"/>
                      <a:pt x="16415" y="8097"/>
                      <a:pt x="16267" y="8208"/>
                    </a:cubicBezTo>
                    <a:cubicBezTo>
                      <a:pt x="16082" y="8319"/>
                      <a:pt x="16045" y="8652"/>
                      <a:pt x="16193" y="8837"/>
                    </a:cubicBezTo>
                    <a:cubicBezTo>
                      <a:pt x="16267" y="8985"/>
                      <a:pt x="16415" y="9022"/>
                      <a:pt x="16563" y="9022"/>
                    </a:cubicBezTo>
                    <a:cubicBezTo>
                      <a:pt x="16637" y="9022"/>
                      <a:pt x="16748" y="8985"/>
                      <a:pt x="16822" y="8948"/>
                    </a:cubicBezTo>
                    <a:cubicBezTo>
                      <a:pt x="16970" y="8837"/>
                      <a:pt x="17081" y="8763"/>
                      <a:pt x="17192" y="8652"/>
                    </a:cubicBezTo>
                    <a:cubicBezTo>
                      <a:pt x="17376" y="8504"/>
                      <a:pt x="17450" y="8208"/>
                      <a:pt x="17302" y="8023"/>
                    </a:cubicBezTo>
                    <a:cubicBezTo>
                      <a:pt x="17209" y="7906"/>
                      <a:pt x="17041" y="7834"/>
                      <a:pt x="16884" y="7834"/>
                    </a:cubicBezTo>
                    <a:close/>
                    <a:moveTo>
                      <a:pt x="15061" y="9233"/>
                    </a:moveTo>
                    <a:cubicBezTo>
                      <a:pt x="14948" y="9233"/>
                      <a:pt x="14835" y="9271"/>
                      <a:pt x="14752" y="9354"/>
                    </a:cubicBezTo>
                    <a:cubicBezTo>
                      <a:pt x="14604" y="9502"/>
                      <a:pt x="14530" y="9576"/>
                      <a:pt x="14382" y="9687"/>
                    </a:cubicBezTo>
                    <a:cubicBezTo>
                      <a:pt x="14197" y="9798"/>
                      <a:pt x="14160" y="10131"/>
                      <a:pt x="14345" y="10316"/>
                    </a:cubicBezTo>
                    <a:cubicBezTo>
                      <a:pt x="14419" y="10464"/>
                      <a:pt x="14567" y="10501"/>
                      <a:pt x="14715" y="10501"/>
                    </a:cubicBezTo>
                    <a:cubicBezTo>
                      <a:pt x="14788" y="10501"/>
                      <a:pt x="14936" y="10464"/>
                      <a:pt x="14973" y="10316"/>
                    </a:cubicBezTo>
                    <a:cubicBezTo>
                      <a:pt x="15121" y="10205"/>
                      <a:pt x="15232" y="10131"/>
                      <a:pt x="15343" y="10020"/>
                    </a:cubicBezTo>
                    <a:cubicBezTo>
                      <a:pt x="15528" y="9909"/>
                      <a:pt x="15602" y="9576"/>
                      <a:pt x="15417" y="9391"/>
                    </a:cubicBezTo>
                    <a:cubicBezTo>
                      <a:pt x="15336" y="9290"/>
                      <a:pt x="15199" y="9233"/>
                      <a:pt x="15061" y="9233"/>
                    </a:cubicBezTo>
                    <a:close/>
                    <a:moveTo>
                      <a:pt x="13256" y="10847"/>
                    </a:moveTo>
                    <a:cubicBezTo>
                      <a:pt x="13142" y="10847"/>
                      <a:pt x="13028" y="10893"/>
                      <a:pt x="12940" y="10981"/>
                    </a:cubicBezTo>
                    <a:lnTo>
                      <a:pt x="12644" y="11277"/>
                    </a:lnTo>
                    <a:cubicBezTo>
                      <a:pt x="12459" y="11462"/>
                      <a:pt x="12459" y="11758"/>
                      <a:pt x="12644" y="11942"/>
                    </a:cubicBezTo>
                    <a:cubicBezTo>
                      <a:pt x="12718" y="12016"/>
                      <a:pt x="12829" y="12090"/>
                      <a:pt x="12940" y="12090"/>
                    </a:cubicBezTo>
                    <a:cubicBezTo>
                      <a:pt x="13088" y="12090"/>
                      <a:pt x="13199" y="12016"/>
                      <a:pt x="13236" y="11979"/>
                    </a:cubicBezTo>
                    <a:lnTo>
                      <a:pt x="13568" y="11647"/>
                    </a:lnTo>
                    <a:cubicBezTo>
                      <a:pt x="13790" y="11462"/>
                      <a:pt x="13790" y="11203"/>
                      <a:pt x="13605" y="11018"/>
                    </a:cubicBezTo>
                    <a:cubicBezTo>
                      <a:pt x="13509" y="10902"/>
                      <a:pt x="13382" y="10847"/>
                      <a:pt x="13256" y="10847"/>
                    </a:cubicBezTo>
                    <a:close/>
                    <a:moveTo>
                      <a:pt x="11609" y="12506"/>
                    </a:moveTo>
                    <a:cubicBezTo>
                      <a:pt x="11489" y="12506"/>
                      <a:pt x="11369" y="12552"/>
                      <a:pt x="11276" y="12645"/>
                    </a:cubicBezTo>
                    <a:cubicBezTo>
                      <a:pt x="11202" y="12719"/>
                      <a:pt x="11054" y="12830"/>
                      <a:pt x="10980" y="12941"/>
                    </a:cubicBezTo>
                    <a:cubicBezTo>
                      <a:pt x="10796" y="13125"/>
                      <a:pt x="10796" y="13421"/>
                      <a:pt x="10980" y="13606"/>
                    </a:cubicBezTo>
                    <a:cubicBezTo>
                      <a:pt x="11054" y="13680"/>
                      <a:pt x="11202" y="13754"/>
                      <a:pt x="11276" y="13754"/>
                    </a:cubicBezTo>
                    <a:cubicBezTo>
                      <a:pt x="11424" y="13754"/>
                      <a:pt x="11572" y="13680"/>
                      <a:pt x="11609" y="13606"/>
                    </a:cubicBezTo>
                    <a:lnTo>
                      <a:pt x="11942" y="13273"/>
                    </a:lnTo>
                    <a:cubicBezTo>
                      <a:pt x="12127" y="13088"/>
                      <a:pt x="12127" y="12830"/>
                      <a:pt x="11942" y="12645"/>
                    </a:cubicBezTo>
                    <a:cubicBezTo>
                      <a:pt x="11849" y="12552"/>
                      <a:pt x="11729" y="12506"/>
                      <a:pt x="11609" y="12506"/>
                    </a:cubicBezTo>
                    <a:close/>
                    <a:moveTo>
                      <a:pt x="10129" y="14224"/>
                    </a:moveTo>
                    <a:cubicBezTo>
                      <a:pt x="9997" y="14224"/>
                      <a:pt x="9862" y="14281"/>
                      <a:pt x="9760" y="14382"/>
                    </a:cubicBezTo>
                    <a:cubicBezTo>
                      <a:pt x="9613" y="14530"/>
                      <a:pt x="9539" y="14604"/>
                      <a:pt x="9428" y="14752"/>
                    </a:cubicBezTo>
                    <a:cubicBezTo>
                      <a:pt x="9243" y="14937"/>
                      <a:pt x="9317" y="15233"/>
                      <a:pt x="9502" y="15418"/>
                    </a:cubicBezTo>
                    <a:cubicBezTo>
                      <a:pt x="9539" y="15455"/>
                      <a:pt x="9687" y="15492"/>
                      <a:pt x="9760" y="15492"/>
                    </a:cubicBezTo>
                    <a:cubicBezTo>
                      <a:pt x="9908" y="15492"/>
                      <a:pt x="9982" y="15455"/>
                      <a:pt x="10167" y="15344"/>
                    </a:cubicBezTo>
                    <a:cubicBezTo>
                      <a:pt x="10278" y="15233"/>
                      <a:pt x="10352" y="15122"/>
                      <a:pt x="10463" y="14974"/>
                    </a:cubicBezTo>
                    <a:cubicBezTo>
                      <a:pt x="10648" y="14789"/>
                      <a:pt x="10611" y="14530"/>
                      <a:pt x="10426" y="14345"/>
                    </a:cubicBezTo>
                    <a:cubicBezTo>
                      <a:pt x="10343" y="14262"/>
                      <a:pt x="10237" y="14224"/>
                      <a:pt x="10129" y="14224"/>
                    </a:cubicBezTo>
                    <a:close/>
                    <a:moveTo>
                      <a:pt x="8554" y="16066"/>
                    </a:moveTo>
                    <a:cubicBezTo>
                      <a:pt x="8412" y="16066"/>
                      <a:pt x="8272" y="16123"/>
                      <a:pt x="8208" y="16231"/>
                    </a:cubicBezTo>
                    <a:cubicBezTo>
                      <a:pt x="8097" y="16342"/>
                      <a:pt x="8023" y="16453"/>
                      <a:pt x="7912" y="16601"/>
                    </a:cubicBezTo>
                    <a:cubicBezTo>
                      <a:pt x="7764" y="16786"/>
                      <a:pt x="7838" y="17118"/>
                      <a:pt x="8023" y="17266"/>
                    </a:cubicBezTo>
                    <a:cubicBezTo>
                      <a:pt x="8097" y="17303"/>
                      <a:pt x="8208" y="17340"/>
                      <a:pt x="8282" y="17340"/>
                    </a:cubicBezTo>
                    <a:cubicBezTo>
                      <a:pt x="8430" y="17340"/>
                      <a:pt x="8577" y="17303"/>
                      <a:pt x="8651" y="17155"/>
                    </a:cubicBezTo>
                    <a:cubicBezTo>
                      <a:pt x="8762" y="17007"/>
                      <a:pt x="8836" y="16933"/>
                      <a:pt x="8947" y="16786"/>
                    </a:cubicBezTo>
                    <a:cubicBezTo>
                      <a:pt x="9058" y="16601"/>
                      <a:pt x="9021" y="16268"/>
                      <a:pt x="8836" y="16157"/>
                    </a:cubicBezTo>
                    <a:cubicBezTo>
                      <a:pt x="8759" y="16095"/>
                      <a:pt x="8656" y="16066"/>
                      <a:pt x="8554" y="16066"/>
                    </a:cubicBezTo>
                    <a:close/>
                    <a:moveTo>
                      <a:pt x="7218" y="17917"/>
                    </a:moveTo>
                    <a:cubicBezTo>
                      <a:pt x="7070" y="17917"/>
                      <a:pt x="6929" y="17983"/>
                      <a:pt x="6840" y="18116"/>
                    </a:cubicBezTo>
                    <a:lnTo>
                      <a:pt x="6581" y="18560"/>
                    </a:lnTo>
                    <a:cubicBezTo>
                      <a:pt x="6433" y="18782"/>
                      <a:pt x="6470" y="19041"/>
                      <a:pt x="6729" y="19189"/>
                    </a:cubicBezTo>
                    <a:cubicBezTo>
                      <a:pt x="6766" y="19226"/>
                      <a:pt x="6840" y="19300"/>
                      <a:pt x="6951" y="19300"/>
                    </a:cubicBezTo>
                    <a:cubicBezTo>
                      <a:pt x="7099" y="19300"/>
                      <a:pt x="7246" y="19226"/>
                      <a:pt x="7357" y="19004"/>
                    </a:cubicBezTo>
                    <a:cubicBezTo>
                      <a:pt x="7468" y="18930"/>
                      <a:pt x="7542" y="18782"/>
                      <a:pt x="7653" y="18634"/>
                    </a:cubicBezTo>
                    <a:cubicBezTo>
                      <a:pt x="7764" y="18412"/>
                      <a:pt x="7727" y="18116"/>
                      <a:pt x="7505" y="18006"/>
                    </a:cubicBezTo>
                    <a:cubicBezTo>
                      <a:pt x="7417" y="17946"/>
                      <a:pt x="7316" y="17917"/>
                      <a:pt x="7218" y="17917"/>
                    </a:cubicBezTo>
                    <a:close/>
                    <a:moveTo>
                      <a:pt x="5964" y="19980"/>
                    </a:moveTo>
                    <a:cubicBezTo>
                      <a:pt x="5803" y="19980"/>
                      <a:pt x="5643" y="20054"/>
                      <a:pt x="5546" y="20224"/>
                    </a:cubicBezTo>
                    <a:cubicBezTo>
                      <a:pt x="5472" y="20335"/>
                      <a:pt x="5435" y="20483"/>
                      <a:pt x="5324" y="20631"/>
                    </a:cubicBezTo>
                    <a:cubicBezTo>
                      <a:pt x="5250" y="20852"/>
                      <a:pt x="5287" y="21148"/>
                      <a:pt x="5509" y="21259"/>
                    </a:cubicBezTo>
                    <a:cubicBezTo>
                      <a:pt x="5620" y="21333"/>
                      <a:pt x="5657" y="21333"/>
                      <a:pt x="5731" y="21333"/>
                    </a:cubicBezTo>
                    <a:cubicBezTo>
                      <a:pt x="5879" y="21333"/>
                      <a:pt x="6063" y="21222"/>
                      <a:pt x="6174" y="21074"/>
                    </a:cubicBezTo>
                    <a:cubicBezTo>
                      <a:pt x="6248" y="20963"/>
                      <a:pt x="6285" y="20815"/>
                      <a:pt x="6396" y="20667"/>
                    </a:cubicBezTo>
                    <a:cubicBezTo>
                      <a:pt x="6470" y="20446"/>
                      <a:pt x="6433" y="20150"/>
                      <a:pt x="6211" y="20039"/>
                    </a:cubicBezTo>
                    <a:cubicBezTo>
                      <a:pt x="6135" y="20001"/>
                      <a:pt x="6049" y="19980"/>
                      <a:pt x="5964" y="19980"/>
                    </a:cubicBezTo>
                    <a:close/>
                    <a:moveTo>
                      <a:pt x="4866" y="22079"/>
                    </a:moveTo>
                    <a:cubicBezTo>
                      <a:pt x="4709" y="22079"/>
                      <a:pt x="4538" y="22179"/>
                      <a:pt x="4437" y="22331"/>
                    </a:cubicBezTo>
                    <a:cubicBezTo>
                      <a:pt x="4363" y="22479"/>
                      <a:pt x="4326" y="22627"/>
                      <a:pt x="4215" y="22738"/>
                    </a:cubicBezTo>
                    <a:cubicBezTo>
                      <a:pt x="4141" y="22997"/>
                      <a:pt x="4215" y="23255"/>
                      <a:pt x="4437" y="23366"/>
                    </a:cubicBezTo>
                    <a:cubicBezTo>
                      <a:pt x="4511" y="23403"/>
                      <a:pt x="4585" y="23403"/>
                      <a:pt x="4622" y="23403"/>
                    </a:cubicBezTo>
                    <a:cubicBezTo>
                      <a:pt x="4769" y="23403"/>
                      <a:pt x="4954" y="23292"/>
                      <a:pt x="4991" y="23181"/>
                    </a:cubicBezTo>
                    <a:cubicBezTo>
                      <a:pt x="5102" y="23034"/>
                      <a:pt x="5139" y="22886"/>
                      <a:pt x="5250" y="22738"/>
                    </a:cubicBezTo>
                    <a:cubicBezTo>
                      <a:pt x="5361" y="22553"/>
                      <a:pt x="5287" y="22294"/>
                      <a:pt x="5065" y="22146"/>
                    </a:cubicBezTo>
                    <a:cubicBezTo>
                      <a:pt x="5007" y="22100"/>
                      <a:pt x="4938" y="22079"/>
                      <a:pt x="4866" y="22079"/>
                    </a:cubicBezTo>
                    <a:close/>
                    <a:moveTo>
                      <a:pt x="3807" y="24189"/>
                    </a:moveTo>
                    <a:cubicBezTo>
                      <a:pt x="3620" y="24189"/>
                      <a:pt x="3457" y="24279"/>
                      <a:pt x="3401" y="24475"/>
                    </a:cubicBezTo>
                    <a:cubicBezTo>
                      <a:pt x="3328" y="24586"/>
                      <a:pt x="3254" y="24734"/>
                      <a:pt x="3217" y="24882"/>
                    </a:cubicBezTo>
                    <a:cubicBezTo>
                      <a:pt x="3106" y="25104"/>
                      <a:pt x="3217" y="25400"/>
                      <a:pt x="3438" y="25474"/>
                    </a:cubicBezTo>
                    <a:cubicBezTo>
                      <a:pt x="3475" y="25511"/>
                      <a:pt x="3549" y="25511"/>
                      <a:pt x="3623" y="25511"/>
                    </a:cubicBezTo>
                    <a:cubicBezTo>
                      <a:pt x="3808" y="25511"/>
                      <a:pt x="3993" y="25437"/>
                      <a:pt x="4030" y="25252"/>
                    </a:cubicBezTo>
                    <a:cubicBezTo>
                      <a:pt x="4067" y="25104"/>
                      <a:pt x="4178" y="24956"/>
                      <a:pt x="4215" y="24845"/>
                    </a:cubicBezTo>
                    <a:cubicBezTo>
                      <a:pt x="4326" y="24586"/>
                      <a:pt x="4215" y="24328"/>
                      <a:pt x="3993" y="24217"/>
                    </a:cubicBezTo>
                    <a:cubicBezTo>
                      <a:pt x="3930" y="24199"/>
                      <a:pt x="3867" y="24189"/>
                      <a:pt x="3807" y="24189"/>
                    </a:cubicBezTo>
                    <a:close/>
                    <a:moveTo>
                      <a:pt x="2979" y="26286"/>
                    </a:moveTo>
                    <a:cubicBezTo>
                      <a:pt x="2795" y="26286"/>
                      <a:pt x="2608" y="26413"/>
                      <a:pt x="2551" y="26583"/>
                    </a:cubicBezTo>
                    <a:cubicBezTo>
                      <a:pt x="2477" y="26768"/>
                      <a:pt x="2403" y="26916"/>
                      <a:pt x="2366" y="27063"/>
                    </a:cubicBezTo>
                    <a:cubicBezTo>
                      <a:pt x="2292" y="27285"/>
                      <a:pt x="2403" y="27544"/>
                      <a:pt x="2662" y="27655"/>
                    </a:cubicBezTo>
                    <a:cubicBezTo>
                      <a:pt x="2699" y="27692"/>
                      <a:pt x="2736" y="27692"/>
                      <a:pt x="2773" y="27692"/>
                    </a:cubicBezTo>
                    <a:cubicBezTo>
                      <a:pt x="2958" y="27692"/>
                      <a:pt x="3143" y="27618"/>
                      <a:pt x="3291" y="27322"/>
                    </a:cubicBezTo>
                    <a:lnTo>
                      <a:pt x="3438" y="26916"/>
                    </a:lnTo>
                    <a:cubicBezTo>
                      <a:pt x="3512" y="26694"/>
                      <a:pt x="3401" y="26398"/>
                      <a:pt x="3143" y="26324"/>
                    </a:cubicBezTo>
                    <a:cubicBezTo>
                      <a:pt x="3091" y="26298"/>
                      <a:pt x="3035" y="26286"/>
                      <a:pt x="2979" y="26286"/>
                    </a:cubicBezTo>
                    <a:close/>
                    <a:moveTo>
                      <a:pt x="2214" y="28611"/>
                    </a:moveTo>
                    <a:cubicBezTo>
                      <a:pt x="1989" y="28611"/>
                      <a:pt x="1804" y="28750"/>
                      <a:pt x="1738" y="28949"/>
                    </a:cubicBezTo>
                    <a:cubicBezTo>
                      <a:pt x="1664" y="29097"/>
                      <a:pt x="1627" y="29282"/>
                      <a:pt x="1590" y="29393"/>
                    </a:cubicBezTo>
                    <a:cubicBezTo>
                      <a:pt x="1553" y="29651"/>
                      <a:pt x="1664" y="29873"/>
                      <a:pt x="1923" y="29947"/>
                    </a:cubicBezTo>
                    <a:lnTo>
                      <a:pt x="2034" y="29947"/>
                    </a:lnTo>
                    <a:cubicBezTo>
                      <a:pt x="2218" y="29947"/>
                      <a:pt x="2403" y="29799"/>
                      <a:pt x="2477" y="29651"/>
                    </a:cubicBezTo>
                    <a:cubicBezTo>
                      <a:pt x="2514" y="29467"/>
                      <a:pt x="2551" y="29319"/>
                      <a:pt x="2588" y="29171"/>
                    </a:cubicBezTo>
                    <a:cubicBezTo>
                      <a:pt x="2662" y="28949"/>
                      <a:pt x="2514" y="28727"/>
                      <a:pt x="2292" y="28616"/>
                    </a:cubicBezTo>
                    <a:cubicBezTo>
                      <a:pt x="2266" y="28612"/>
                      <a:pt x="2239" y="28611"/>
                      <a:pt x="2214" y="28611"/>
                    </a:cubicBezTo>
                    <a:close/>
                    <a:moveTo>
                      <a:pt x="1521" y="30855"/>
                    </a:moveTo>
                    <a:cubicBezTo>
                      <a:pt x="1321" y="30855"/>
                      <a:pt x="1104" y="31016"/>
                      <a:pt x="1072" y="31204"/>
                    </a:cubicBezTo>
                    <a:cubicBezTo>
                      <a:pt x="1072" y="31352"/>
                      <a:pt x="1035" y="31537"/>
                      <a:pt x="998" y="31685"/>
                    </a:cubicBezTo>
                    <a:cubicBezTo>
                      <a:pt x="924" y="31907"/>
                      <a:pt x="1109" y="32165"/>
                      <a:pt x="1368" y="32239"/>
                    </a:cubicBezTo>
                    <a:lnTo>
                      <a:pt x="1442" y="32239"/>
                    </a:lnTo>
                    <a:cubicBezTo>
                      <a:pt x="1664" y="32239"/>
                      <a:pt x="1849" y="32091"/>
                      <a:pt x="1849" y="31907"/>
                    </a:cubicBezTo>
                    <a:cubicBezTo>
                      <a:pt x="1849" y="31759"/>
                      <a:pt x="1886" y="31574"/>
                      <a:pt x="1960" y="31426"/>
                    </a:cubicBezTo>
                    <a:cubicBezTo>
                      <a:pt x="2034" y="31204"/>
                      <a:pt x="1849" y="30908"/>
                      <a:pt x="1627" y="30871"/>
                    </a:cubicBezTo>
                    <a:cubicBezTo>
                      <a:pt x="1593" y="30860"/>
                      <a:pt x="1557" y="30855"/>
                      <a:pt x="1521" y="30855"/>
                    </a:cubicBezTo>
                    <a:close/>
                    <a:moveTo>
                      <a:pt x="1055" y="33147"/>
                    </a:moveTo>
                    <a:cubicBezTo>
                      <a:pt x="825" y="33147"/>
                      <a:pt x="660" y="33314"/>
                      <a:pt x="629" y="33533"/>
                    </a:cubicBezTo>
                    <a:cubicBezTo>
                      <a:pt x="555" y="33644"/>
                      <a:pt x="555" y="33829"/>
                      <a:pt x="518" y="33977"/>
                    </a:cubicBezTo>
                    <a:cubicBezTo>
                      <a:pt x="481" y="34273"/>
                      <a:pt x="666" y="34495"/>
                      <a:pt x="887" y="34531"/>
                    </a:cubicBezTo>
                    <a:lnTo>
                      <a:pt x="998" y="34531"/>
                    </a:lnTo>
                    <a:cubicBezTo>
                      <a:pt x="1220" y="34531"/>
                      <a:pt x="1405" y="34384"/>
                      <a:pt x="1442" y="34162"/>
                    </a:cubicBezTo>
                    <a:cubicBezTo>
                      <a:pt x="1479" y="34014"/>
                      <a:pt x="1479" y="33829"/>
                      <a:pt x="1553" y="33718"/>
                    </a:cubicBezTo>
                    <a:cubicBezTo>
                      <a:pt x="1590" y="33422"/>
                      <a:pt x="1405" y="33201"/>
                      <a:pt x="1183" y="33164"/>
                    </a:cubicBezTo>
                    <a:cubicBezTo>
                      <a:pt x="1139" y="33152"/>
                      <a:pt x="1096" y="33147"/>
                      <a:pt x="1055" y="33147"/>
                    </a:cubicBezTo>
                    <a:close/>
                    <a:moveTo>
                      <a:pt x="740" y="35493"/>
                    </a:moveTo>
                    <a:cubicBezTo>
                      <a:pt x="518" y="35493"/>
                      <a:pt x="296" y="35678"/>
                      <a:pt x="259" y="35936"/>
                    </a:cubicBezTo>
                    <a:cubicBezTo>
                      <a:pt x="259" y="36047"/>
                      <a:pt x="185" y="36232"/>
                      <a:pt x="185" y="36380"/>
                    </a:cubicBezTo>
                    <a:cubicBezTo>
                      <a:pt x="185" y="36602"/>
                      <a:pt x="370" y="36861"/>
                      <a:pt x="629" y="36898"/>
                    </a:cubicBezTo>
                    <a:lnTo>
                      <a:pt x="666" y="36898"/>
                    </a:lnTo>
                    <a:cubicBezTo>
                      <a:pt x="887" y="36898"/>
                      <a:pt x="1109" y="36713"/>
                      <a:pt x="1109" y="36491"/>
                    </a:cubicBezTo>
                    <a:cubicBezTo>
                      <a:pt x="1109" y="36343"/>
                      <a:pt x="1183" y="36158"/>
                      <a:pt x="1183" y="36010"/>
                    </a:cubicBezTo>
                    <a:cubicBezTo>
                      <a:pt x="1183" y="35788"/>
                      <a:pt x="998" y="35567"/>
                      <a:pt x="740" y="35493"/>
                    </a:cubicBezTo>
                    <a:close/>
                    <a:moveTo>
                      <a:pt x="489" y="37817"/>
                    </a:moveTo>
                    <a:cubicBezTo>
                      <a:pt x="260" y="37817"/>
                      <a:pt x="74" y="37992"/>
                      <a:pt x="74" y="38229"/>
                    </a:cubicBezTo>
                    <a:cubicBezTo>
                      <a:pt x="0" y="38376"/>
                      <a:pt x="0" y="38561"/>
                      <a:pt x="0" y="38709"/>
                    </a:cubicBezTo>
                    <a:cubicBezTo>
                      <a:pt x="0" y="38968"/>
                      <a:pt x="185" y="39190"/>
                      <a:pt x="481" y="39190"/>
                    </a:cubicBezTo>
                    <a:cubicBezTo>
                      <a:pt x="703" y="39190"/>
                      <a:pt x="924" y="39005"/>
                      <a:pt x="924" y="38783"/>
                    </a:cubicBezTo>
                    <a:cubicBezTo>
                      <a:pt x="998" y="38635"/>
                      <a:pt x="998" y="38450"/>
                      <a:pt x="998" y="38339"/>
                    </a:cubicBezTo>
                    <a:cubicBezTo>
                      <a:pt x="1035" y="38044"/>
                      <a:pt x="851" y="37822"/>
                      <a:pt x="555" y="37822"/>
                    </a:cubicBezTo>
                    <a:cubicBezTo>
                      <a:pt x="533" y="37819"/>
                      <a:pt x="511" y="37817"/>
                      <a:pt x="489" y="37817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2473500" y="399850"/>
                <a:ext cx="28675" cy="23150"/>
              </a:xfrm>
              <a:custGeom>
                <a:rect b="b" l="l" r="r" t="t"/>
                <a:pathLst>
                  <a:path extrusionOk="0" h="926" w="1147">
                    <a:moveTo>
                      <a:pt x="444" y="1"/>
                    </a:moveTo>
                    <a:cubicBezTo>
                      <a:pt x="185" y="1"/>
                      <a:pt x="0" y="186"/>
                      <a:pt x="0" y="481"/>
                    </a:cubicBezTo>
                    <a:cubicBezTo>
                      <a:pt x="0" y="740"/>
                      <a:pt x="222" y="925"/>
                      <a:pt x="444" y="925"/>
                    </a:cubicBezTo>
                    <a:lnTo>
                      <a:pt x="666" y="925"/>
                    </a:lnTo>
                    <a:cubicBezTo>
                      <a:pt x="962" y="925"/>
                      <a:pt x="1146" y="740"/>
                      <a:pt x="1146" y="481"/>
                    </a:cubicBezTo>
                    <a:cubicBezTo>
                      <a:pt x="1146" y="186"/>
                      <a:pt x="962" y="1"/>
                      <a:pt x="666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467900" y="1422100"/>
                <a:ext cx="1022250" cy="1023200"/>
              </a:xfrm>
              <a:custGeom>
                <a:rect b="b" l="l" r="r" t="t"/>
                <a:pathLst>
                  <a:path extrusionOk="0" h="40928" w="40890">
                    <a:moveTo>
                      <a:pt x="0" y="0"/>
                    </a:moveTo>
                    <a:cubicBezTo>
                      <a:pt x="0" y="22553"/>
                      <a:pt x="18338" y="40927"/>
                      <a:pt x="40890" y="40927"/>
                    </a:cubicBezTo>
                    <a:lnTo>
                      <a:pt x="40890" y="40003"/>
                    </a:lnTo>
                    <a:cubicBezTo>
                      <a:pt x="18855" y="40003"/>
                      <a:pt x="924" y="22035"/>
                      <a:pt x="924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3490200" y="1411000"/>
                <a:ext cx="23125" cy="28675"/>
              </a:xfrm>
              <a:custGeom>
                <a:rect b="b" l="l" r="r" t="t"/>
                <a:pathLst>
                  <a:path extrusionOk="0" h="1147" w="925">
                    <a:moveTo>
                      <a:pt x="444" y="1"/>
                    </a:moveTo>
                    <a:cubicBezTo>
                      <a:pt x="185" y="1"/>
                      <a:pt x="0" y="186"/>
                      <a:pt x="0" y="444"/>
                    </a:cubicBezTo>
                    <a:lnTo>
                      <a:pt x="0" y="703"/>
                    </a:lnTo>
                    <a:cubicBezTo>
                      <a:pt x="0" y="925"/>
                      <a:pt x="185" y="1147"/>
                      <a:pt x="444" y="1147"/>
                    </a:cubicBezTo>
                    <a:cubicBezTo>
                      <a:pt x="666" y="1147"/>
                      <a:pt x="924" y="962"/>
                      <a:pt x="924" y="703"/>
                    </a:cubicBezTo>
                    <a:lnTo>
                      <a:pt x="924" y="444"/>
                    </a:lnTo>
                    <a:cubicBezTo>
                      <a:pt x="924" y="186"/>
                      <a:pt x="740" y="1"/>
                      <a:pt x="444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2531725" y="1463575"/>
                <a:ext cx="981600" cy="979875"/>
              </a:xfrm>
              <a:custGeom>
                <a:rect b="b" l="l" r="r" t="t"/>
                <a:pathLst>
                  <a:path extrusionOk="0" h="39195" w="39264">
                    <a:moveTo>
                      <a:pt x="38717" y="0"/>
                    </a:moveTo>
                    <a:cubicBezTo>
                      <a:pt x="38482" y="0"/>
                      <a:pt x="38265" y="178"/>
                      <a:pt x="38265" y="449"/>
                    </a:cubicBezTo>
                    <a:cubicBezTo>
                      <a:pt x="38228" y="560"/>
                      <a:pt x="38228" y="745"/>
                      <a:pt x="38228" y="892"/>
                    </a:cubicBezTo>
                    <a:cubicBezTo>
                      <a:pt x="38228" y="1188"/>
                      <a:pt x="38413" y="1410"/>
                      <a:pt x="38709" y="1410"/>
                    </a:cubicBezTo>
                    <a:cubicBezTo>
                      <a:pt x="38931" y="1410"/>
                      <a:pt x="39152" y="1225"/>
                      <a:pt x="39152" y="966"/>
                    </a:cubicBezTo>
                    <a:cubicBezTo>
                      <a:pt x="39189" y="855"/>
                      <a:pt x="39189" y="671"/>
                      <a:pt x="39189" y="523"/>
                    </a:cubicBezTo>
                    <a:cubicBezTo>
                      <a:pt x="39263" y="264"/>
                      <a:pt x="39079" y="5"/>
                      <a:pt x="38783" y="5"/>
                    </a:cubicBezTo>
                    <a:cubicBezTo>
                      <a:pt x="38761" y="2"/>
                      <a:pt x="38739" y="0"/>
                      <a:pt x="38717" y="0"/>
                    </a:cubicBezTo>
                    <a:close/>
                    <a:moveTo>
                      <a:pt x="38598" y="2371"/>
                    </a:moveTo>
                    <a:cubicBezTo>
                      <a:pt x="38376" y="2371"/>
                      <a:pt x="38154" y="2556"/>
                      <a:pt x="38080" y="2778"/>
                    </a:cubicBezTo>
                    <a:cubicBezTo>
                      <a:pt x="38080" y="2926"/>
                      <a:pt x="38043" y="3111"/>
                      <a:pt x="38043" y="3259"/>
                    </a:cubicBezTo>
                    <a:cubicBezTo>
                      <a:pt x="38043" y="3480"/>
                      <a:pt x="38228" y="3702"/>
                      <a:pt x="38450" y="3776"/>
                    </a:cubicBezTo>
                    <a:lnTo>
                      <a:pt x="38524" y="3776"/>
                    </a:lnTo>
                    <a:cubicBezTo>
                      <a:pt x="38746" y="3776"/>
                      <a:pt x="38931" y="3591"/>
                      <a:pt x="38968" y="3333"/>
                    </a:cubicBezTo>
                    <a:cubicBezTo>
                      <a:pt x="38968" y="3222"/>
                      <a:pt x="39005" y="3037"/>
                      <a:pt x="39005" y="2889"/>
                    </a:cubicBezTo>
                    <a:cubicBezTo>
                      <a:pt x="39005" y="2667"/>
                      <a:pt x="38820" y="2408"/>
                      <a:pt x="38598" y="2371"/>
                    </a:cubicBezTo>
                    <a:close/>
                    <a:moveTo>
                      <a:pt x="38188" y="4684"/>
                    </a:moveTo>
                    <a:cubicBezTo>
                      <a:pt x="37981" y="4684"/>
                      <a:pt x="37816" y="4850"/>
                      <a:pt x="37785" y="5070"/>
                    </a:cubicBezTo>
                    <a:cubicBezTo>
                      <a:pt x="37711" y="5181"/>
                      <a:pt x="37711" y="5366"/>
                      <a:pt x="37674" y="5514"/>
                    </a:cubicBezTo>
                    <a:cubicBezTo>
                      <a:pt x="37637" y="5810"/>
                      <a:pt x="37822" y="6031"/>
                      <a:pt x="38043" y="6068"/>
                    </a:cubicBezTo>
                    <a:lnTo>
                      <a:pt x="38154" y="6068"/>
                    </a:lnTo>
                    <a:cubicBezTo>
                      <a:pt x="38376" y="6068"/>
                      <a:pt x="38561" y="5884"/>
                      <a:pt x="38598" y="5699"/>
                    </a:cubicBezTo>
                    <a:cubicBezTo>
                      <a:pt x="38635" y="5551"/>
                      <a:pt x="38635" y="5366"/>
                      <a:pt x="38709" y="5255"/>
                    </a:cubicBezTo>
                    <a:cubicBezTo>
                      <a:pt x="38746" y="4959"/>
                      <a:pt x="38561" y="4737"/>
                      <a:pt x="38302" y="4700"/>
                    </a:cubicBezTo>
                    <a:cubicBezTo>
                      <a:pt x="38263" y="4689"/>
                      <a:pt x="38225" y="4684"/>
                      <a:pt x="38188" y="4684"/>
                    </a:cubicBezTo>
                    <a:close/>
                    <a:moveTo>
                      <a:pt x="37800" y="6988"/>
                    </a:moveTo>
                    <a:cubicBezTo>
                      <a:pt x="37587" y="6988"/>
                      <a:pt x="37338" y="7160"/>
                      <a:pt x="37304" y="7362"/>
                    </a:cubicBezTo>
                    <a:cubicBezTo>
                      <a:pt x="37304" y="7510"/>
                      <a:pt x="37267" y="7695"/>
                      <a:pt x="37230" y="7843"/>
                    </a:cubicBezTo>
                    <a:cubicBezTo>
                      <a:pt x="37119" y="8065"/>
                      <a:pt x="37304" y="8324"/>
                      <a:pt x="37526" y="8398"/>
                    </a:cubicBezTo>
                    <a:lnTo>
                      <a:pt x="37637" y="8398"/>
                    </a:lnTo>
                    <a:cubicBezTo>
                      <a:pt x="37859" y="8398"/>
                      <a:pt x="38043" y="8250"/>
                      <a:pt x="38154" y="8028"/>
                    </a:cubicBezTo>
                    <a:cubicBezTo>
                      <a:pt x="38154" y="7880"/>
                      <a:pt x="38191" y="7695"/>
                      <a:pt x="38228" y="7547"/>
                    </a:cubicBezTo>
                    <a:cubicBezTo>
                      <a:pt x="38265" y="7325"/>
                      <a:pt x="38080" y="7030"/>
                      <a:pt x="37859" y="6993"/>
                    </a:cubicBezTo>
                    <a:cubicBezTo>
                      <a:pt x="37839" y="6989"/>
                      <a:pt x="37820" y="6988"/>
                      <a:pt x="37800" y="6988"/>
                    </a:cubicBezTo>
                    <a:close/>
                    <a:moveTo>
                      <a:pt x="37197" y="9279"/>
                    </a:moveTo>
                    <a:cubicBezTo>
                      <a:pt x="36994" y="9279"/>
                      <a:pt x="36779" y="9419"/>
                      <a:pt x="36712" y="9618"/>
                    </a:cubicBezTo>
                    <a:cubicBezTo>
                      <a:pt x="36638" y="9802"/>
                      <a:pt x="36602" y="9950"/>
                      <a:pt x="36565" y="10098"/>
                    </a:cubicBezTo>
                    <a:cubicBezTo>
                      <a:pt x="36528" y="10320"/>
                      <a:pt x="36638" y="10542"/>
                      <a:pt x="36897" y="10653"/>
                    </a:cubicBezTo>
                    <a:lnTo>
                      <a:pt x="37045" y="10653"/>
                    </a:lnTo>
                    <a:cubicBezTo>
                      <a:pt x="37230" y="10653"/>
                      <a:pt x="37415" y="10505"/>
                      <a:pt x="37452" y="10320"/>
                    </a:cubicBezTo>
                    <a:cubicBezTo>
                      <a:pt x="37489" y="10172"/>
                      <a:pt x="37526" y="9987"/>
                      <a:pt x="37563" y="9876"/>
                    </a:cubicBezTo>
                    <a:cubicBezTo>
                      <a:pt x="37637" y="9618"/>
                      <a:pt x="37489" y="9396"/>
                      <a:pt x="37267" y="9285"/>
                    </a:cubicBezTo>
                    <a:cubicBezTo>
                      <a:pt x="37244" y="9281"/>
                      <a:pt x="37221" y="9279"/>
                      <a:pt x="37197" y="9279"/>
                    </a:cubicBezTo>
                    <a:close/>
                    <a:moveTo>
                      <a:pt x="36442" y="11502"/>
                    </a:moveTo>
                    <a:cubicBezTo>
                      <a:pt x="36267" y="11502"/>
                      <a:pt x="36095" y="11629"/>
                      <a:pt x="36010" y="11799"/>
                    </a:cubicBezTo>
                    <a:lnTo>
                      <a:pt x="35862" y="12206"/>
                    </a:lnTo>
                    <a:cubicBezTo>
                      <a:pt x="35788" y="12464"/>
                      <a:pt x="35936" y="12723"/>
                      <a:pt x="36158" y="12834"/>
                    </a:cubicBezTo>
                    <a:cubicBezTo>
                      <a:pt x="36195" y="12871"/>
                      <a:pt x="36232" y="12871"/>
                      <a:pt x="36306" y="12871"/>
                    </a:cubicBezTo>
                    <a:cubicBezTo>
                      <a:pt x="36491" y="12871"/>
                      <a:pt x="36675" y="12760"/>
                      <a:pt x="36712" y="12575"/>
                    </a:cubicBezTo>
                    <a:cubicBezTo>
                      <a:pt x="36786" y="12390"/>
                      <a:pt x="36860" y="12279"/>
                      <a:pt x="36897" y="12132"/>
                    </a:cubicBezTo>
                    <a:cubicBezTo>
                      <a:pt x="36971" y="11910"/>
                      <a:pt x="36860" y="11614"/>
                      <a:pt x="36602" y="11540"/>
                    </a:cubicBezTo>
                    <a:cubicBezTo>
                      <a:pt x="36550" y="11514"/>
                      <a:pt x="36496" y="11502"/>
                      <a:pt x="36442" y="11502"/>
                    </a:cubicBezTo>
                    <a:close/>
                    <a:moveTo>
                      <a:pt x="35618" y="13694"/>
                    </a:moveTo>
                    <a:cubicBezTo>
                      <a:pt x="35436" y="13694"/>
                      <a:pt x="35253" y="13784"/>
                      <a:pt x="35197" y="13980"/>
                    </a:cubicBezTo>
                    <a:cubicBezTo>
                      <a:pt x="35123" y="14128"/>
                      <a:pt x="35049" y="14239"/>
                      <a:pt x="35012" y="14387"/>
                    </a:cubicBezTo>
                    <a:cubicBezTo>
                      <a:pt x="34901" y="14609"/>
                      <a:pt x="35012" y="14904"/>
                      <a:pt x="35234" y="14978"/>
                    </a:cubicBezTo>
                    <a:cubicBezTo>
                      <a:pt x="35271" y="15052"/>
                      <a:pt x="35381" y="15052"/>
                      <a:pt x="35418" y="15052"/>
                    </a:cubicBezTo>
                    <a:cubicBezTo>
                      <a:pt x="35566" y="15052"/>
                      <a:pt x="35751" y="14941"/>
                      <a:pt x="35825" y="14756"/>
                    </a:cubicBezTo>
                    <a:cubicBezTo>
                      <a:pt x="35862" y="14609"/>
                      <a:pt x="35973" y="14498"/>
                      <a:pt x="36010" y="14350"/>
                    </a:cubicBezTo>
                    <a:cubicBezTo>
                      <a:pt x="36121" y="14128"/>
                      <a:pt x="36010" y="13832"/>
                      <a:pt x="35788" y="13721"/>
                    </a:cubicBezTo>
                    <a:cubicBezTo>
                      <a:pt x="35734" y="13703"/>
                      <a:pt x="35676" y="13694"/>
                      <a:pt x="35618" y="13694"/>
                    </a:cubicBezTo>
                    <a:close/>
                    <a:moveTo>
                      <a:pt x="34641" y="15875"/>
                    </a:moveTo>
                    <a:cubicBezTo>
                      <a:pt x="34451" y="15875"/>
                      <a:pt x="34282" y="15965"/>
                      <a:pt x="34198" y="16161"/>
                    </a:cubicBezTo>
                    <a:cubicBezTo>
                      <a:pt x="34124" y="16272"/>
                      <a:pt x="34088" y="16420"/>
                      <a:pt x="33977" y="16568"/>
                    </a:cubicBezTo>
                    <a:cubicBezTo>
                      <a:pt x="33829" y="16753"/>
                      <a:pt x="33940" y="17012"/>
                      <a:pt x="34161" y="17160"/>
                    </a:cubicBezTo>
                    <a:cubicBezTo>
                      <a:pt x="34272" y="17197"/>
                      <a:pt x="34309" y="17197"/>
                      <a:pt x="34383" y="17197"/>
                    </a:cubicBezTo>
                    <a:cubicBezTo>
                      <a:pt x="34531" y="17197"/>
                      <a:pt x="34716" y="17123"/>
                      <a:pt x="34827" y="16938"/>
                    </a:cubicBezTo>
                    <a:cubicBezTo>
                      <a:pt x="34901" y="16790"/>
                      <a:pt x="34938" y="16642"/>
                      <a:pt x="35049" y="16531"/>
                    </a:cubicBezTo>
                    <a:cubicBezTo>
                      <a:pt x="35123" y="16272"/>
                      <a:pt x="35049" y="16013"/>
                      <a:pt x="34827" y="15903"/>
                    </a:cubicBezTo>
                    <a:cubicBezTo>
                      <a:pt x="34764" y="15885"/>
                      <a:pt x="34701" y="15875"/>
                      <a:pt x="34641" y="15875"/>
                    </a:cubicBezTo>
                    <a:close/>
                    <a:moveTo>
                      <a:pt x="33486" y="17901"/>
                    </a:moveTo>
                    <a:cubicBezTo>
                      <a:pt x="33312" y="17901"/>
                      <a:pt x="33155" y="17966"/>
                      <a:pt x="33052" y="18121"/>
                    </a:cubicBezTo>
                    <a:cubicBezTo>
                      <a:pt x="32978" y="18269"/>
                      <a:pt x="32904" y="18417"/>
                      <a:pt x="32831" y="18527"/>
                    </a:cubicBezTo>
                    <a:cubicBezTo>
                      <a:pt x="32720" y="18786"/>
                      <a:pt x="32794" y="19045"/>
                      <a:pt x="33015" y="19193"/>
                    </a:cubicBezTo>
                    <a:cubicBezTo>
                      <a:pt x="33089" y="19230"/>
                      <a:pt x="33163" y="19230"/>
                      <a:pt x="33237" y="19230"/>
                    </a:cubicBezTo>
                    <a:cubicBezTo>
                      <a:pt x="33422" y="19230"/>
                      <a:pt x="33570" y="19156"/>
                      <a:pt x="33644" y="19008"/>
                    </a:cubicBezTo>
                    <a:cubicBezTo>
                      <a:pt x="33755" y="18860"/>
                      <a:pt x="33792" y="18749"/>
                      <a:pt x="33903" y="18601"/>
                    </a:cubicBezTo>
                    <a:cubicBezTo>
                      <a:pt x="33977" y="18343"/>
                      <a:pt x="33940" y="18084"/>
                      <a:pt x="33718" y="17936"/>
                    </a:cubicBezTo>
                    <a:cubicBezTo>
                      <a:pt x="33639" y="17914"/>
                      <a:pt x="33561" y="17901"/>
                      <a:pt x="33486" y="17901"/>
                    </a:cubicBezTo>
                    <a:close/>
                    <a:moveTo>
                      <a:pt x="32242" y="19909"/>
                    </a:moveTo>
                    <a:cubicBezTo>
                      <a:pt x="32087" y="19909"/>
                      <a:pt x="31940" y="19975"/>
                      <a:pt x="31869" y="20117"/>
                    </a:cubicBezTo>
                    <a:cubicBezTo>
                      <a:pt x="31758" y="20228"/>
                      <a:pt x="31684" y="20339"/>
                      <a:pt x="31574" y="20487"/>
                    </a:cubicBezTo>
                    <a:cubicBezTo>
                      <a:pt x="31426" y="20709"/>
                      <a:pt x="31500" y="21005"/>
                      <a:pt x="31721" y="21152"/>
                    </a:cubicBezTo>
                    <a:cubicBezTo>
                      <a:pt x="31795" y="21189"/>
                      <a:pt x="31906" y="21226"/>
                      <a:pt x="31980" y="21226"/>
                    </a:cubicBezTo>
                    <a:cubicBezTo>
                      <a:pt x="32128" y="21226"/>
                      <a:pt x="32313" y="21189"/>
                      <a:pt x="32350" y="21042"/>
                    </a:cubicBezTo>
                    <a:lnTo>
                      <a:pt x="32646" y="20635"/>
                    </a:lnTo>
                    <a:cubicBezTo>
                      <a:pt x="32794" y="20376"/>
                      <a:pt x="32720" y="20117"/>
                      <a:pt x="32498" y="19969"/>
                    </a:cubicBezTo>
                    <a:cubicBezTo>
                      <a:pt x="32418" y="19930"/>
                      <a:pt x="32329" y="19909"/>
                      <a:pt x="32242" y="19909"/>
                    </a:cubicBezTo>
                    <a:close/>
                    <a:moveTo>
                      <a:pt x="30922" y="21875"/>
                    </a:moveTo>
                    <a:cubicBezTo>
                      <a:pt x="30780" y="21875"/>
                      <a:pt x="30640" y="21932"/>
                      <a:pt x="30575" y="22040"/>
                    </a:cubicBezTo>
                    <a:cubicBezTo>
                      <a:pt x="30464" y="22188"/>
                      <a:pt x="30390" y="22299"/>
                      <a:pt x="30280" y="22446"/>
                    </a:cubicBezTo>
                    <a:cubicBezTo>
                      <a:pt x="30132" y="22631"/>
                      <a:pt x="30206" y="22927"/>
                      <a:pt x="30390" y="23075"/>
                    </a:cubicBezTo>
                    <a:cubicBezTo>
                      <a:pt x="30464" y="23112"/>
                      <a:pt x="30575" y="23149"/>
                      <a:pt x="30649" y="23149"/>
                    </a:cubicBezTo>
                    <a:cubicBezTo>
                      <a:pt x="30797" y="23149"/>
                      <a:pt x="30945" y="23112"/>
                      <a:pt x="31019" y="23001"/>
                    </a:cubicBezTo>
                    <a:cubicBezTo>
                      <a:pt x="31130" y="22890"/>
                      <a:pt x="31204" y="22742"/>
                      <a:pt x="31315" y="22631"/>
                    </a:cubicBezTo>
                    <a:cubicBezTo>
                      <a:pt x="31426" y="22446"/>
                      <a:pt x="31389" y="22114"/>
                      <a:pt x="31204" y="21966"/>
                    </a:cubicBezTo>
                    <a:cubicBezTo>
                      <a:pt x="31127" y="21904"/>
                      <a:pt x="31024" y="21875"/>
                      <a:pt x="30922" y="21875"/>
                    </a:cubicBezTo>
                    <a:close/>
                    <a:moveTo>
                      <a:pt x="29481" y="23730"/>
                    </a:moveTo>
                    <a:cubicBezTo>
                      <a:pt x="29359" y="23730"/>
                      <a:pt x="29235" y="23787"/>
                      <a:pt x="29133" y="23888"/>
                    </a:cubicBezTo>
                    <a:cubicBezTo>
                      <a:pt x="29023" y="24036"/>
                      <a:pt x="28949" y="24147"/>
                      <a:pt x="28838" y="24295"/>
                    </a:cubicBezTo>
                    <a:cubicBezTo>
                      <a:pt x="28653" y="24480"/>
                      <a:pt x="28727" y="24739"/>
                      <a:pt x="28912" y="24923"/>
                    </a:cubicBezTo>
                    <a:cubicBezTo>
                      <a:pt x="28949" y="24960"/>
                      <a:pt x="29096" y="24997"/>
                      <a:pt x="29170" y="24997"/>
                    </a:cubicBezTo>
                    <a:cubicBezTo>
                      <a:pt x="29318" y="24997"/>
                      <a:pt x="29392" y="24923"/>
                      <a:pt x="29503" y="24886"/>
                    </a:cubicBezTo>
                    <a:cubicBezTo>
                      <a:pt x="29651" y="24739"/>
                      <a:pt x="29725" y="24665"/>
                      <a:pt x="29836" y="24517"/>
                    </a:cubicBezTo>
                    <a:cubicBezTo>
                      <a:pt x="30021" y="24332"/>
                      <a:pt x="29947" y="24036"/>
                      <a:pt x="29762" y="23851"/>
                    </a:cubicBezTo>
                    <a:cubicBezTo>
                      <a:pt x="29679" y="23768"/>
                      <a:pt x="29580" y="23730"/>
                      <a:pt x="29481" y="23730"/>
                    </a:cubicBezTo>
                    <a:close/>
                    <a:moveTo>
                      <a:pt x="27932" y="25487"/>
                    </a:moveTo>
                    <a:cubicBezTo>
                      <a:pt x="27821" y="25487"/>
                      <a:pt x="27710" y="25533"/>
                      <a:pt x="27618" y="25626"/>
                    </a:cubicBezTo>
                    <a:lnTo>
                      <a:pt x="27285" y="25922"/>
                    </a:lnTo>
                    <a:cubicBezTo>
                      <a:pt x="27100" y="26143"/>
                      <a:pt x="27100" y="26402"/>
                      <a:pt x="27285" y="26587"/>
                    </a:cubicBezTo>
                    <a:cubicBezTo>
                      <a:pt x="27359" y="26698"/>
                      <a:pt x="27507" y="26735"/>
                      <a:pt x="27618" y="26735"/>
                    </a:cubicBezTo>
                    <a:cubicBezTo>
                      <a:pt x="27692" y="26735"/>
                      <a:pt x="27839" y="26698"/>
                      <a:pt x="27913" y="26587"/>
                    </a:cubicBezTo>
                    <a:cubicBezTo>
                      <a:pt x="28024" y="26513"/>
                      <a:pt x="28172" y="26402"/>
                      <a:pt x="28246" y="26254"/>
                    </a:cubicBezTo>
                    <a:cubicBezTo>
                      <a:pt x="28431" y="26070"/>
                      <a:pt x="28431" y="25811"/>
                      <a:pt x="28246" y="25626"/>
                    </a:cubicBezTo>
                    <a:cubicBezTo>
                      <a:pt x="28154" y="25533"/>
                      <a:pt x="28043" y="25487"/>
                      <a:pt x="27932" y="25487"/>
                    </a:cubicBezTo>
                    <a:close/>
                    <a:moveTo>
                      <a:pt x="26268" y="27151"/>
                    </a:moveTo>
                    <a:cubicBezTo>
                      <a:pt x="26157" y="27151"/>
                      <a:pt x="26046" y="27197"/>
                      <a:pt x="25954" y="27290"/>
                    </a:cubicBezTo>
                    <a:lnTo>
                      <a:pt x="25621" y="27622"/>
                    </a:lnTo>
                    <a:cubicBezTo>
                      <a:pt x="25399" y="27807"/>
                      <a:pt x="25399" y="28066"/>
                      <a:pt x="25584" y="28251"/>
                    </a:cubicBezTo>
                    <a:cubicBezTo>
                      <a:pt x="25658" y="28362"/>
                      <a:pt x="25769" y="28399"/>
                      <a:pt x="25880" y="28399"/>
                    </a:cubicBezTo>
                    <a:cubicBezTo>
                      <a:pt x="26028" y="28399"/>
                      <a:pt x="26139" y="28362"/>
                      <a:pt x="26250" y="28251"/>
                    </a:cubicBezTo>
                    <a:lnTo>
                      <a:pt x="26582" y="27918"/>
                    </a:lnTo>
                    <a:cubicBezTo>
                      <a:pt x="26767" y="27733"/>
                      <a:pt x="26767" y="27474"/>
                      <a:pt x="26582" y="27290"/>
                    </a:cubicBezTo>
                    <a:cubicBezTo>
                      <a:pt x="26490" y="27197"/>
                      <a:pt x="26379" y="27151"/>
                      <a:pt x="26268" y="27151"/>
                    </a:cubicBezTo>
                    <a:close/>
                    <a:moveTo>
                      <a:pt x="24454" y="28735"/>
                    </a:moveTo>
                    <a:cubicBezTo>
                      <a:pt x="24353" y="28735"/>
                      <a:pt x="24254" y="28768"/>
                      <a:pt x="24179" y="28842"/>
                    </a:cubicBezTo>
                    <a:cubicBezTo>
                      <a:pt x="24031" y="28953"/>
                      <a:pt x="23958" y="29027"/>
                      <a:pt x="23810" y="29138"/>
                    </a:cubicBezTo>
                    <a:cubicBezTo>
                      <a:pt x="23625" y="29286"/>
                      <a:pt x="23588" y="29582"/>
                      <a:pt x="23773" y="29767"/>
                    </a:cubicBezTo>
                    <a:cubicBezTo>
                      <a:pt x="23847" y="29914"/>
                      <a:pt x="23995" y="29951"/>
                      <a:pt x="24142" y="29951"/>
                    </a:cubicBezTo>
                    <a:cubicBezTo>
                      <a:pt x="24290" y="29951"/>
                      <a:pt x="24364" y="29914"/>
                      <a:pt x="24401" y="29878"/>
                    </a:cubicBezTo>
                    <a:cubicBezTo>
                      <a:pt x="24549" y="29730"/>
                      <a:pt x="24660" y="29656"/>
                      <a:pt x="24771" y="29545"/>
                    </a:cubicBezTo>
                    <a:cubicBezTo>
                      <a:pt x="24956" y="29397"/>
                      <a:pt x="25030" y="29101"/>
                      <a:pt x="24845" y="28916"/>
                    </a:cubicBezTo>
                    <a:cubicBezTo>
                      <a:pt x="24757" y="28806"/>
                      <a:pt x="24603" y="28735"/>
                      <a:pt x="24454" y="28735"/>
                    </a:cubicBezTo>
                    <a:close/>
                    <a:moveTo>
                      <a:pt x="22615" y="30206"/>
                    </a:moveTo>
                    <a:cubicBezTo>
                      <a:pt x="22523" y="30206"/>
                      <a:pt x="22436" y="30230"/>
                      <a:pt x="22368" y="30284"/>
                    </a:cubicBezTo>
                    <a:cubicBezTo>
                      <a:pt x="22257" y="30395"/>
                      <a:pt x="22146" y="30469"/>
                      <a:pt x="21998" y="30580"/>
                    </a:cubicBezTo>
                    <a:cubicBezTo>
                      <a:pt x="21813" y="30691"/>
                      <a:pt x="21776" y="31024"/>
                      <a:pt x="21924" y="31208"/>
                    </a:cubicBezTo>
                    <a:cubicBezTo>
                      <a:pt x="21998" y="31356"/>
                      <a:pt x="22146" y="31393"/>
                      <a:pt x="22294" y="31393"/>
                    </a:cubicBezTo>
                    <a:cubicBezTo>
                      <a:pt x="22368" y="31393"/>
                      <a:pt x="22479" y="31356"/>
                      <a:pt x="22553" y="31319"/>
                    </a:cubicBezTo>
                    <a:cubicBezTo>
                      <a:pt x="22701" y="31208"/>
                      <a:pt x="22811" y="31098"/>
                      <a:pt x="22922" y="31024"/>
                    </a:cubicBezTo>
                    <a:cubicBezTo>
                      <a:pt x="23107" y="30876"/>
                      <a:pt x="23181" y="30580"/>
                      <a:pt x="23033" y="30395"/>
                    </a:cubicBezTo>
                    <a:cubicBezTo>
                      <a:pt x="22940" y="30278"/>
                      <a:pt x="22772" y="30206"/>
                      <a:pt x="22615" y="30206"/>
                    </a:cubicBezTo>
                    <a:close/>
                    <a:moveTo>
                      <a:pt x="20736" y="31501"/>
                    </a:moveTo>
                    <a:cubicBezTo>
                      <a:pt x="20649" y="31501"/>
                      <a:pt x="20561" y="31526"/>
                      <a:pt x="20482" y="31578"/>
                    </a:cubicBezTo>
                    <a:cubicBezTo>
                      <a:pt x="20371" y="31689"/>
                      <a:pt x="20260" y="31763"/>
                      <a:pt x="20113" y="31874"/>
                    </a:cubicBezTo>
                    <a:cubicBezTo>
                      <a:pt x="19891" y="31985"/>
                      <a:pt x="19817" y="32281"/>
                      <a:pt x="19965" y="32502"/>
                    </a:cubicBezTo>
                    <a:cubicBezTo>
                      <a:pt x="20076" y="32650"/>
                      <a:pt x="20187" y="32724"/>
                      <a:pt x="20334" y="32724"/>
                    </a:cubicBezTo>
                    <a:cubicBezTo>
                      <a:pt x="20445" y="32724"/>
                      <a:pt x="20519" y="32724"/>
                      <a:pt x="20593" y="32650"/>
                    </a:cubicBezTo>
                    <a:lnTo>
                      <a:pt x="21000" y="32355"/>
                    </a:lnTo>
                    <a:cubicBezTo>
                      <a:pt x="21222" y="32244"/>
                      <a:pt x="21259" y="31948"/>
                      <a:pt x="21148" y="31726"/>
                    </a:cubicBezTo>
                    <a:cubicBezTo>
                      <a:pt x="21052" y="31583"/>
                      <a:pt x="20895" y="31501"/>
                      <a:pt x="20736" y="31501"/>
                    </a:cubicBezTo>
                    <a:close/>
                    <a:moveTo>
                      <a:pt x="18775" y="32805"/>
                    </a:moveTo>
                    <a:cubicBezTo>
                      <a:pt x="18703" y="32805"/>
                      <a:pt x="18629" y="32826"/>
                      <a:pt x="18560" y="32872"/>
                    </a:cubicBezTo>
                    <a:cubicBezTo>
                      <a:pt x="18412" y="32946"/>
                      <a:pt x="18264" y="33020"/>
                      <a:pt x="18116" y="33094"/>
                    </a:cubicBezTo>
                    <a:cubicBezTo>
                      <a:pt x="17894" y="33242"/>
                      <a:pt x="17820" y="33538"/>
                      <a:pt x="17931" y="33759"/>
                    </a:cubicBezTo>
                    <a:cubicBezTo>
                      <a:pt x="18042" y="33907"/>
                      <a:pt x="18227" y="33981"/>
                      <a:pt x="18375" y="33981"/>
                    </a:cubicBezTo>
                    <a:cubicBezTo>
                      <a:pt x="18449" y="33981"/>
                      <a:pt x="18486" y="33944"/>
                      <a:pt x="18597" y="33944"/>
                    </a:cubicBezTo>
                    <a:cubicBezTo>
                      <a:pt x="18745" y="33833"/>
                      <a:pt x="18856" y="33796"/>
                      <a:pt x="19003" y="33722"/>
                    </a:cubicBezTo>
                    <a:cubicBezTo>
                      <a:pt x="19225" y="33575"/>
                      <a:pt x="19336" y="33279"/>
                      <a:pt x="19188" y="33057"/>
                    </a:cubicBezTo>
                    <a:cubicBezTo>
                      <a:pt x="19087" y="32905"/>
                      <a:pt x="18933" y="32805"/>
                      <a:pt x="18775" y="32805"/>
                    </a:cubicBezTo>
                    <a:close/>
                    <a:moveTo>
                      <a:pt x="16740" y="33877"/>
                    </a:moveTo>
                    <a:cubicBezTo>
                      <a:pt x="16669" y="33877"/>
                      <a:pt x="16596" y="33898"/>
                      <a:pt x="16526" y="33944"/>
                    </a:cubicBezTo>
                    <a:cubicBezTo>
                      <a:pt x="16379" y="34018"/>
                      <a:pt x="16231" y="34129"/>
                      <a:pt x="16083" y="34166"/>
                    </a:cubicBezTo>
                    <a:cubicBezTo>
                      <a:pt x="15861" y="34277"/>
                      <a:pt x="15787" y="34536"/>
                      <a:pt x="15861" y="34758"/>
                    </a:cubicBezTo>
                    <a:cubicBezTo>
                      <a:pt x="15972" y="34942"/>
                      <a:pt x="16083" y="35053"/>
                      <a:pt x="16268" y="35053"/>
                    </a:cubicBezTo>
                    <a:cubicBezTo>
                      <a:pt x="16379" y="35053"/>
                      <a:pt x="16416" y="35053"/>
                      <a:pt x="16526" y="34942"/>
                    </a:cubicBezTo>
                    <a:cubicBezTo>
                      <a:pt x="16637" y="34869"/>
                      <a:pt x="16785" y="34832"/>
                      <a:pt x="16933" y="34721"/>
                    </a:cubicBezTo>
                    <a:cubicBezTo>
                      <a:pt x="17155" y="34647"/>
                      <a:pt x="17266" y="34351"/>
                      <a:pt x="17118" y="34129"/>
                    </a:cubicBezTo>
                    <a:cubicBezTo>
                      <a:pt x="17042" y="33977"/>
                      <a:pt x="16896" y="33877"/>
                      <a:pt x="16740" y="33877"/>
                    </a:cubicBezTo>
                    <a:close/>
                    <a:moveTo>
                      <a:pt x="14571" y="34973"/>
                    </a:moveTo>
                    <a:cubicBezTo>
                      <a:pt x="14506" y="34973"/>
                      <a:pt x="14442" y="34987"/>
                      <a:pt x="14382" y="35016"/>
                    </a:cubicBezTo>
                    <a:cubicBezTo>
                      <a:pt x="14234" y="35053"/>
                      <a:pt x="14123" y="35127"/>
                      <a:pt x="13975" y="35201"/>
                    </a:cubicBezTo>
                    <a:cubicBezTo>
                      <a:pt x="13717" y="35275"/>
                      <a:pt x="13643" y="35571"/>
                      <a:pt x="13717" y="35793"/>
                    </a:cubicBezTo>
                    <a:cubicBezTo>
                      <a:pt x="13791" y="35978"/>
                      <a:pt x="13975" y="36052"/>
                      <a:pt x="14160" y="36052"/>
                    </a:cubicBezTo>
                    <a:cubicBezTo>
                      <a:pt x="14197" y="36052"/>
                      <a:pt x="14308" y="36015"/>
                      <a:pt x="14345" y="36015"/>
                    </a:cubicBezTo>
                    <a:cubicBezTo>
                      <a:pt x="14493" y="35978"/>
                      <a:pt x="14604" y="35867"/>
                      <a:pt x="14752" y="35830"/>
                    </a:cubicBezTo>
                    <a:cubicBezTo>
                      <a:pt x="14974" y="35719"/>
                      <a:pt x="15085" y="35460"/>
                      <a:pt x="14974" y="35238"/>
                    </a:cubicBezTo>
                    <a:cubicBezTo>
                      <a:pt x="14920" y="35076"/>
                      <a:pt x="14747" y="34973"/>
                      <a:pt x="14571" y="34973"/>
                    </a:cubicBezTo>
                    <a:close/>
                    <a:moveTo>
                      <a:pt x="12414" y="35807"/>
                    </a:moveTo>
                    <a:cubicBezTo>
                      <a:pt x="12367" y="35807"/>
                      <a:pt x="12320" y="35815"/>
                      <a:pt x="12275" y="35830"/>
                    </a:cubicBezTo>
                    <a:lnTo>
                      <a:pt x="11831" y="35978"/>
                    </a:lnTo>
                    <a:cubicBezTo>
                      <a:pt x="11609" y="36052"/>
                      <a:pt x="11461" y="36347"/>
                      <a:pt x="11572" y="36569"/>
                    </a:cubicBezTo>
                    <a:cubicBezTo>
                      <a:pt x="11609" y="36754"/>
                      <a:pt x="11794" y="36902"/>
                      <a:pt x="11979" y="36902"/>
                    </a:cubicBezTo>
                    <a:lnTo>
                      <a:pt x="12127" y="36902"/>
                    </a:lnTo>
                    <a:cubicBezTo>
                      <a:pt x="12312" y="36791"/>
                      <a:pt x="12460" y="36754"/>
                      <a:pt x="12571" y="36717"/>
                    </a:cubicBezTo>
                    <a:cubicBezTo>
                      <a:pt x="12829" y="36606"/>
                      <a:pt x="12940" y="36347"/>
                      <a:pt x="12866" y="36126"/>
                    </a:cubicBezTo>
                    <a:cubicBezTo>
                      <a:pt x="12778" y="35920"/>
                      <a:pt x="12596" y="35807"/>
                      <a:pt x="12414" y="35807"/>
                    </a:cubicBezTo>
                    <a:close/>
                    <a:moveTo>
                      <a:pt x="10154" y="36587"/>
                    </a:moveTo>
                    <a:cubicBezTo>
                      <a:pt x="10110" y="36587"/>
                      <a:pt x="10065" y="36593"/>
                      <a:pt x="10020" y="36606"/>
                    </a:cubicBezTo>
                    <a:cubicBezTo>
                      <a:pt x="9835" y="36680"/>
                      <a:pt x="9724" y="36717"/>
                      <a:pt x="9576" y="36754"/>
                    </a:cubicBezTo>
                    <a:cubicBezTo>
                      <a:pt x="9280" y="36791"/>
                      <a:pt x="9169" y="37087"/>
                      <a:pt x="9243" y="37309"/>
                    </a:cubicBezTo>
                    <a:cubicBezTo>
                      <a:pt x="9354" y="37493"/>
                      <a:pt x="9539" y="37641"/>
                      <a:pt x="9724" y="37641"/>
                    </a:cubicBezTo>
                    <a:lnTo>
                      <a:pt x="9798" y="37641"/>
                    </a:lnTo>
                    <a:cubicBezTo>
                      <a:pt x="9946" y="37567"/>
                      <a:pt x="10130" y="37530"/>
                      <a:pt x="10278" y="37493"/>
                    </a:cubicBezTo>
                    <a:cubicBezTo>
                      <a:pt x="10537" y="37457"/>
                      <a:pt x="10685" y="37161"/>
                      <a:pt x="10574" y="36939"/>
                    </a:cubicBezTo>
                    <a:cubicBezTo>
                      <a:pt x="10544" y="36725"/>
                      <a:pt x="10362" y="36587"/>
                      <a:pt x="10154" y="36587"/>
                    </a:cubicBezTo>
                    <a:close/>
                    <a:moveTo>
                      <a:pt x="7958" y="37215"/>
                    </a:moveTo>
                    <a:cubicBezTo>
                      <a:pt x="7918" y="37215"/>
                      <a:pt x="7878" y="37222"/>
                      <a:pt x="7838" y="37235"/>
                    </a:cubicBezTo>
                    <a:cubicBezTo>
                      <a:pt x="7690" y="37235"/>
                      <a:pt x="7506" y="37272"/>
                      <a:pt x="7358" y="37309"/>
                    </a:cubicBezTo>
                    <a:cubicBezTo>
                      <a:pt x="7062" y="37346"/>
                      <a:pt x="6951" y="37641"/>
                      <a:pt x="6988" y="37863"/>
                    </a:cubicBezTo>
                    <a:cubicBezTo>
                      <a:pt x="7025" y="38085"/>
                      <a:pt x="7210" y="38233"/>
                      <a:pt x="7432" y="38233"/>
                    </a:cubicBezTo>
                    <a:cubicBezTo>
                      <a:pt x="7506" y="38233"/>
                      <a:pt x="7543" y="38233"/>
                      <a:pt x="7580" y="38196"/>
                    </a:cubicBezTo>
                    <a:cubicBezTo>
                      <a:pt x="7727" y="38196"/>
                      <a:pt x="7912" y="38159"/>
                      <a:pt x="8060" y="38085"/>
                    </a:cubicBezTo>
                    <a:cubicBezTo>
                      <a:pt x="8282" y="38048"/>
                      <a:pt x="8430" y="37789"/>
                      <a:pt x="8356" y="37530"/>
                    </a:cubicBezTo>
                    <a:cubicBezTo>
                      <a:pt x="8325" y="37348"/>
                      <a:pt x="8145" y="37215"/>
                      <a:pt x="7958" y="37215"/>
                    </a:cubicBezTo>
                    <a:close/>
                    <a:moveTo>
                      <a:pt x="5568" y="37674"/>
                    </a:moveTo>
                    <a:cubicBezTo>
                      <a:pt x="5548" y="37674"/>
                      <a:pt x="5528" y="37675"/>
                      <a:pt x="5509" y="37678"/>
                    </a:cubicBezTo>
                    <a:cubicBezTo>
                      <a:pt x="5361" y="37715"/>
                      <a:pt x="5176" y="37715"/>
                      <a:pt x="5065" y="37789"/>
                    </a:cubicBezTo>
                    <a:cubicBezTo>
                      <a:pt x="4807" y="37826"/>
                      <a:pt x="4622" y="38085"/>
                      <a:pt x="4696" y="38344"/>
                    </a:cubicBezTo>
                    <a:cubicBezTo>
                      <a:pt x="4733" y="38566"/>
                      <a:pt x="4918" y="38714"/>
                      <a:pt x="5139" y="38714"/>
                    </a:cubicBezTo>
                    <a:lnTo>
                      <a:pt x="5213" y="38714"/>
                    </a:lnTo>
                    <a:cubicBezTo>
                      <a:pt x="5361" y="38640"/>
                      <a:pt x="5546" y="38640"/>
                      <a:pt x="5694" y="38603"/>
                    </a:cubicBezTo>
                    <a:cubicBezTo>
                      <a:pt x="5916" y="38566"/>
                      <a:pt x="6101" y="38270"/>
                      <a:pt x="6064" y="38048"/>
                    </a:cubicBezTo>
                    <a:cubicBezTo>
                      <a:pt x="6030" y="37845"/>
                      <a:pt x="5780" y="37674"/>
                      <a:pt x="5568" y="37674"/>
                    </a:cubicBezTo>
                    <a:close/>
                    <a:moveTo>
                      <a:pt x="3311" y="38043"/>
                    </a:moveTo>
                    <a:cubicBezTo>
                      <a:pt x="3292" y="38043"/>
                      <a:pt x="3273" y="38045"/>
                      <a:pt x="3254" y="38048"/>
                    </a:cubicBezTo>
                    <a:cubicBezTo>
                      <a:pt x="3106" y="38048"/>
                      <a:pt x="2921" y="38085"/>
                      <a:pt x="2773" y="38085"/>
                    </a:cubicBezTo>
                    <a:cubicBezTo>
                      <a:pt x="2515" y="38159"/>
                      <a:pt x="2330" y="38381"/>
                      <a:pt x="2367" y="38603"/>
                    </a:cubicBezTo>
                    <a:cubicBezTo>
                      <a:pt x="2404" y="38824"/>
                      <a:pt x="2588" y="39009"/>
                      <a:pt x="2847" y="39009"/>
                    </a:cubicBezTo>
                    <a:lnTo>
                      <a:pt x="2884" y="39009"/>
                    </a:lnTo>
                    <a:cubicBezTo>
                      <a:pt x="3032" y="39009"/>
                      <a:pt x="3217" y="38972"/>
                      <a:pt x="3328" y="38972"/>
                    </a:cubicBezTo>
                    <a:cubicBezTo>
                      <a:pt x="3624" y="38935"/>
                      <a:pt x="3808" y="38714"/>
                      <a:pt x="3772" y="38455"/>
                    </a:cubicBezTo>
                    <a:cubicBezTo>
                      <a:pt x="3704" y="38218"/>
                      <a:pt x="3513" y="38043"/>
                      <a:pt x="3311" y="38043"/>
                    </a:cubicBezTo>
                    <a:close/>
                    <a:moveTo>
                      <a:pt x="888" y="38233"/>
                    </a:moveTo>
                    <a:cubicBezTo>
                      <a:pt x="740" y="38270"/>
                      <a:pt x="555" y="38270"/>
                      <a:pt x="444" y="38270"/>
                    </a:cubicBezTo>
                    <a:cubicBezTo>
                      <a:pt x="185" y="38344"/>
                      <a:pt x="1" y="38529"/>
                      <a:pt x="1" y="38787"/>
                    </a:cubicBezTo>
                    <a:cubicBezTo>
                      <a:pt x="1" y="39009"/>
                      <a:pt x="259" y="39194"/>
                      <a:pt x="481" y="39194"/>
                    </a:cubicBezTo>
                    <a:cubicBezTo>
                      <a:pt x="666" y="39194"/>
                      <a:pt x="814" y="39157"/>
                      <a:pt x="962" y="39157"/>
                    </a:cubicBezTo>
                    <a:cubicBezTo>
                      <a:pt x="1221" y="39120"/>
                      <a:pt x="1405" y="38935"/>
                      <a:pt x="1405" y="38640"/>
                    </a:cubicBezTo>
                    <a:cubicBezTo>
                      <a:pt x="1368" y="38418"/>
                      <a:pt x="1110" y="38233"/>
                      <a:pt x="888" y="38233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2479050" y="2422150"/>
                <a:ext cx="28675" cy="23150"/>
              </a:xfrm>
              <a:custGeom>
                <a:rect b="b" l="l" r="r" t="t"/>
                <a:pathLst>
                  <a:path extrusionOk="0" h="926" w="1147">
                    <a:moveTo>
                      <a:pt x="444" y="1"/>
                    </a:moveTo>
                    <a:cubicBezTo>
                      <a:pt x="185" y="1"/>
                      <a:pt x="0" y="186"/>
                      <a:pt x="0" y="444"/>
                    </a:cubicBezTo>
                    <a:cubicBezTo>
                      <a:pt x="0" y="740"/>
                      <a:pt x="185" y="925"/>
                      <a:pt x="444" y="925"/>
                    </a:cubicBezTo>
                    <a:lnTo>
                      <a:pt x="703" y="925"/>
                    </a:lnTo>
                    <a:cubicBezTo>
                      <a:pt x="961" y="925"/>
                      <a:pt x="1146" y="740"/>
                      <a:pt x="1146" y="444"/>
                    </a:cubicBezTo>
                    <a:cubicBezTo>
                      <a:pt x="1146" y="186"/>
                      <a:pt x="924" y="1"/>
                      <a:pt x="70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2490125" y="399850"/>
                <a:ext cx="1023200" cy="1022275"/>
              </a:xfrm>
              <a:custGeom>
                <a:rect b="b" l="l" r="r" t="t"/>
                <a:pathLst>
                  <a:path extrusionOk="0" h="40891" w="40928">
                    <a:moveTo>
                      <a:pt x="1" y="1"/>
                    </a:moveTo>
                    <a:lnTo>
                      <a:pt x="1" y="925"/>
                    </a:lnTo>
                    <a:cubicBezTo>
                      <a:pt x="22035" y="925"/>
                      <a:pt x="40003" y="18856"/>
                      <a:pt x="40003" y="40890"/>
                    </a:cubicBezTo>
                    <a:lnTo>
                      <a:pt x="40927" y="40890"/>
                    </a:lnTo>
                    <a:cubicBezTo>
                      <a:pt x="40927" y="18338"/>
                      <a:pt x="22553" y="1"/>
                      <a:pt x="1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718375" y="752000"/>
                <a:ext cx="945550" cy="850350"/>
              </a:xfrm>
              <a:custGeom>
                <a:rect b="b" l="l" r="r" t="t"/>
                <a:pathLst>
                  <a:path extrusionOk="0" h="34014" w="37822">
                    <a:moveTo>
                      <a:pt x="21628" y="1"/>
                    </a:moveTo>
                    <a:cubicBezTo>
                      <a:pt x="9724" y="1"/>
                      <a:pt x="0" y="9724"/>
                      <a:pt x="0" y="21629"/>
                    </a:cubicBezTo>
                    <a:cubicBezTo>
                      <a:pt x="0" y="25954"/>
                      <a:pt x="1294" y="30132"/>
                      <a:pt x="3697" y="33718"/>
                    </a:cubicBezTo>
                    <a:cubicBezTo>
                      <a:pt x="3808" y="33940"/>
                      <a:pt x="4030" y="34014"/>
                      <a:pt x="4252" y="34014"/>
                    </a:cubicBezTo>
                    <a:cubicBezTo>
                      <a:pt x="4400" y="34014"/>
                      <a:pt x="4548" y="34014"/>
                      <a:pt x="4622" y="33940"/>
                    </a:cubicBezTo>
                    <a:cubicBezTo>
                      <a:pt x="4954" y="33681"/>
                      <a:pt x="5065" y="33274"/>
                      <a:pt x="4806" y="32942"/>
                    </a:cubicBezTo>
                    <a:cubicBezTo>
                      <a:pt x="2551" y="29577"/>
                      <a:pt x="1368" y="25695"/>
                      <a:pt x="1368" y="21629"/>
                    </a:cubicBezTo>
                    <a:cubicBezTo>
                      <a:pt x="1368" y="10463"/>
                      <a:pt x="10463" y="1406"/>
                      <a:pt x="21591" y="1406"/>
                    </a:cubicBezTo>
                    <a:lnTo>
                      <a:pt x="37119" y="1406"/>
                    </a:lnTo>
                    <a:cubicBezTo>
                      <a:pt x="37489" y="1406"/>
                      <a:pt x="37821" y="1073"/>
                      <a:pt x="37821" y="703"/>
                    </a:cubicBezTo>
                    <a:cubicBezTo>
                      <a:pt x="37821" y="333"/>
                      <a:pt x="37489" y="1"/>
                      <a:pt x="37119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613050" y="717800"/>
                <a:ext cx="186750" cy="101700"/>
              </a:xfrm>
              <a:custGeom>
                <a:rect b="b" l="l" r="r" t="t"/>
                <a:pathLst>
                  <a:path extrusionOk="0" h="4068" w="7470">
                    <a:moveTo>
                      <a:pt x="1" y="1"/>
                    </a:moveTo>
                    <a:lnTo>
                      <a:pt x="1" y="4068"/>
                    </a:lnTo>
                    <a:lnTo>
                      <a:pt x="7469" y="20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 flipH="1">
                <a:off x="2864475" y="713175"/>
                <a:ext cx="376200" cy="380825"/>
              </a:xfrm>
              <a:custGeom>
                <a:rect b="b" l="l" r="r" t="t"/>
                <a:pathLst>
                  <a:path extrusionOk="0" h="15233" w="15048">
                    <a:moveTo>
                      <a:pt x="7616" y="1"/>
                    </a:moveTo>
                    <a:cubicBezTo>
                      <a:pt x="3401" y="1"/>
                      <a:pt x="0" y="3402"/>
                      <a:pt x="0" y="7617"/>
                    </a:cubicBezTo>
                    <a:cubicBezTo>
                      <a:pt x="0" y="11832"/>
                      <a:pt x="3401" y="15233"/>
                      <a:pt x="7616" y="15233"/>
                    </a:cubicBezTo>
                    <a:cubicBezTo>
                      <a:pt x="11091" y="15233"/>
                      <a:pt x="14123" y="12941"/>
                      <a:pt x="15010" y="9465"/>
                    </a:cubicBezTo>
                    <a:cubicBezTo>
                      <a:pt x="15047" y="9133"/>
                      <a:pt x="14862" y="8837"/>
                      <a:pt x="14566" y="8726"/>
                    </a:cubicBezTo>
                    <a:cubicBezTo>
                      <a:pt x="14538" y="8723"/>
                      <a:pt x="14510" y="8721"/>
                      <a:pt x="14482" y="8721"/>
                    </a:cubicBezTo>
                    <a:cubicBezTo>
                      <a:pt x="14179" y="8721"/>
                      <a:pt x="13895" y="8902"/>
                      <a:pt x="13827" y="9207"/>
                    </a:cubicBezTo>
                    <a:cubicBezTo>
                      <a:pt x="13088" y="12016"/>
                      <a:pt x="10537" y="13939"/>
                      <a:pt x="7616" y="13939"/>
                    </a:cubicBezTo>
                    <a:cubicBezTo>
                      <a:pt x="4104" y="13939"/>
                      <a:pt x="1220" y="11092"/>
                      <a:pt x="1220" y="7580"/>
                    </a:cubicBezTo>
                    <a:cubicBezTo>
                      <a:pt x="1220" y="4068"/>
                      <a:pt x="4104" y="1184"/>
                      <a:pt x="7616" y="1184"/>
                    </a:cubicBezTo>
                    <a:cubicBezTo>
                      <a:pt x="8429" y="1184"/>
                      <a:pt x="9280" y="1332"/>
                      <a:pt x="10019" y="1665"/>
                    </a:cubicBezTo>
                    <a:cubicBezTo>
                      <a:pt x="10087" y="1704"/>
                      <a:pt x="10163" y="1722"/>
                      <a:pt x="10240" y="1722"/>
                    </a:cubicBezTo>
                    <a:cubicBezTo>
                      <a:pt x="10457" y="1722"/>
                      <a:pt x="10686" y="1577"/>
                      <a:pt x="10795" y="1332"/>
                    </a:cubicBezTo>
                    <a:cubicBezTo>
                      <a:pt x="10943" y="1073"/>
                      <a:pt x="10795" y="666"/>
                      <a:pt x="10463" y="556"/>
                    </a:cubicBezTo>
                    <a:cubicBezTo>
                      <a:pt x="9538" y="186"/>
                      <a:pt x="8577" y="1"/>
                      <a:pt x="7616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 flipH="1">
                <a:off x="2862625" y="782050"/>
                <a:ext cx="323525" cy="219525"/>
              </a:xfrm>
              <a:custGeom>
                <a:rect b="b" l="l" r="r" t="t"/>
                <a:pathLst>
                  <a:path extrusionOk="0" h="8781" w="12941">
                    <a:moveTo>
                      <a:pt x="11517" y="0"/>
                    </a:moveTo>
                    <a:cubicBezTo>
                      <a:pt x="11193" y="0"/>
                      <a:pt x="10870" y="130"/>
                      <a:pt x="10611" y="388"/>
                    </a:cubicBezTo>
                    <a:lnTo>
                      <a:pt x="5287" y="5712"/>
                    </a:lnTo>
                    <a:lnTo>
                      <a:pt x="2292" y="2681"/>
                    </a:lnTo>
                    <a:cubicBezTo>
                      <a:pt x="2034" y="2440"/>
                      <a:pt x="1710" y="2320"/>
                      <a:pt x="1387" y="2320"/>
                    </a:cubicBezTo>
                    <a:cubicBezTo>
                      <a:pt x="1063" y="2320"/>
                      <a:pt x="740" y="2440"/>
                      <a:pt x="481" y="2681"/>
                    </a:cubicBezTo>
                    <a:cubicBezTo>
                      <a:pt x="0" y="3198"/>
                      <a:pt x="0" y="3975"/>
                      <a:pt x="481" y="4492"/>
                    </a:cubicBezTo>
                    <a:lnTo>
                      <a:pt x="4437" y="8411"/>
                    </a:lnTo>
                    <a:cubicBezTo>
                      <a:pt x="4696" y="8670"/>
                      <a:pt x="5028" y="8781"/>
                      <a:pt x="5361" y="8781"/>
                    </a:cubicBezTo>
                    <a:cubicBezTo>
                      <a:pt x="5657" y="8781"/>
                      <a:pt x="5990" y="8670"/>
                      <a:pt x="6211" y="8374"/>
                    </a:cubicBezTo>
                    <a:lnTo>
                      <a:pt x="12422" y="2200"/>
                    </a:lnTo>
                    <a:cubicBezTo>
                      <a:pt x="12940" y="1682"/>
                      <a:pt x="12940" y="906"/>
                      <a:pt x="12422" y="388"/>
                    </a:cubicBezTo>
                    <a:cubicBezTo>
                      <a:pt x="12164" y="130"/>
                      <a:pt x="11840" y="0"/>
                      <a:pt x="11517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902350" y="2250475"/>
                <a:ext cx="315200" cy="194825"/>
              </a:xfrm>
              <a:custGeom>
                <a:rect b="b" l="l" r="r" t="t"/>
                <a:pathLst>
                  <a:path extrusionOk="0" h="7793" w="12608">
                    <a:moveTo>
                      <a:pt x="12090" y="0"/>
                    </a:moveTo>
                    <a:cubicBezTo>
                      <a:pt x="11970" y="0"/>
                      <a:pt x="11850" y="47"/>
                      <a:pt x="11757" y="139"/>
                    </a:cubicBezTo>
                    <a:lnTo>
                      <a:pt x="5066" y="6868"/>
                    </a:lnTo>
                    <a:lnTo>
                      <a:pt x="481" y="6868"/>
                    </a:lnTo>
                    <a:cubicBezTo>
                      <a:pt x="223" y="6868"/>
                      <a:pt x="1" y="7053"/>
                      <a:pt x="1" y="7311"/>
                    </a:cubicBezTo>
                    <a:cubicBezTo>
                      <a:pt x="1" y="7607"/>
                      <a:pt x="223" y="7792"/>
                      <a:pt x="481" y="7792"/>
                    </a:cubicBezTo>
                    <a:lnTo>
                      <a:pt x="5251" y="7792"/>
                    </a:lnTo>
                    <a:cubicBezTo>
                      <a:pt x="5325" y="7792"/>
                      <a:pt x="5472" y="7718"/>
                      <a:pt x="5546" y="7644"/>
                    </a:cubicBezTo>
                    <a:lnTo>
                      <a:pt x="12423" y="805"/>
                    </a:lnTo>
                    <a:cubicBezTo>
                      <a:pt x="12608" y="620"/>
                      <a:pt x="12608" y="324"/>
                      <a:pt x="12423" y="139"/>
                    </a:cubicBezTo>
                    <a:cubicBezTo>
                      <a:pt x="12330" y="47"/>
                      <a:pt x="12210" y="0"/>
                      <a:pt x="12090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3163000" y="2188325"/>
                <a:ext cx="112775" cy="113700"/>
              </a:xfrm>
              <a:custGeom>
                <a:rect b="b" l="l" r="r" t="t"/>
                <a:pathLst>
                  <a:path extrusionOk="0" h="4548" w="4511">
                    <a:moveTo>
                      <a:pt x="4511" y="0"/>
                    </a:moveTo>
                    <a:lnTo>
                      <a:pt x="1" y="2625"/>
                    </a:lnTo>
                    <a:lnTo>
                      <a:pt x="1886" y="4548"/>
                    </a:lnTo>
                    <a:lnTo>
                      <a:pt x="4511" y="0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2704575" y="2328125"/>
                <a:ext cx="236625" cy="117175"/>
              </a:xfrm>
              <a:custGeom>
                <a:rect b="b" l="l" r="r" t="t"/>
                <a:pathLst>
                  <a:path extrusionOk="0" h="4687" w="9465">
                    <a:moveTo>
                      <a:pt x="8947" y="0"/>
                    </a:moveTo>
                    <a:cubicBezTo>
                      <a:pt x="8827" y="0"/>
                      <a:pt x="8707" y="46"/>
                      <a:pt x="8614" y="139"/>
                    </a:cubicBezTo>
                    <a:lnTo>
                      <a:pt x="5028" y="3762"/>
                    </a:lnTo>
                    <a:lnTo>
                      <a:pt x="444" y="3762"/>
                    </a:lnTo>
                    <a:cubicBezTo>
                      <a:pt x="185" y="3762"/>
                      <a:pt x="0" y="3947"/>
                      <a:pt x="0" y="4205"/>
                    </a:cubicBezTo>
                    <a:cubicBezTo>
                      <a:pt x="0" y="4501"/>
                      <a:pt x="185" y="4686"/>
                      <a:pt x="444" y="4686"/>
                    </a:cubicBezTo>
                    <a:lnTo>
                      <a:pt x="5213" y="4686"/>
                    </a:lnTo>
                    <a:cubicBezTo>
                      <a:pt x="5361" y="4686"/>
                      <a:pt x="5435" y="4612"/>
                      <a:pt x="5546" y="4538"/>
                    </a:cubicBezTo>
                    <a:lnTo>
                      <a:pt x="9280" y="804"/>
                    </a:lnTo>
                    <a:cubicBezTo>
                      <a:pt x="9465" y="619"/>
                      <a:pt x="9465" y="324"/>
                      <a:pt x="9280" y="139"/>
                    </a:cubicBezTo>
                    <a:cubicBezTo>
                      <a:pt x="9187" y="46"/>
                      <a:pt x="9067" y="0"/>
                      <a:pt x="8947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>
                <a:off x="2887575" y="2265950"/>
                <a:ext cx="112775" cy="111875"/>
              </a:xfrm>
              <a:custGeom>
                <a:rect b="b" l="l" r="r" t="t"/>
                <a:pathLst>
                  <a:path extrusionOk="0" h="4475" w="4511">
                    <a:moveTo>
                      <a:pt x="4511" y="1"/>
                    </a:moveTo>
                    <a:lnTo>
                      <a:pt x="0" y="2589"/>
                    </a:lnTo>
                    <a:lnTo>
                      <a:pt x="1923" y="4474"/>
                    </a:lnTo>
                    <a:lnTo>
                      <a:pt x="4511" y="1"/>
                    </a:ln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2848750" y="2012950"/>
                <a:ext cx="209825" cy="207750"/>
              </a:xfrm>
              <a:custGeom>
                <a:rect b="b" l="l" r="r" t="t"/>
                <a:pathLst>
                  <a:path extrusionOk="0" h="8310" w="8393">
                    <a:moveTo>
                      <a:pt x="7894" y="0"/>
                    </a:moveTo>
                    <a:cubicBezTo>
                      <a:pt x="7783" y="0"/>
                      <a:pt x="7672" y="46"/>
                      <a:pt x="7579" y="139"/>
                    </a:cubicBezTo>
                    <a:lnTo>
                      <a:pt x="185" y="7533"/>
                    </a:lnTo>
                    <a:cubicBezTo>
                      <a:pt x="0" y="7718"/>
                      <a:pt x="0" y="7976"/>
                      <a:pt x="185" y="8161"/>
                    </a:cubicBezTo>
                    <a:cubicBezTo>
                      <a:pt x="259" y="8272"/>
                      <a:pt x="370" y="8309"/>
                      <a:pt x="518" y="8309"/>
                    </a:cubicBezTo>
                    <a:cubicBezTo>
                      <a:pt x="592" y="8309"/>
                      <a:pt x="740" y="8272"/>
                      <a:pt x="814" y="8161"/>
                    </a:cubicBezTo>
                    <a:lnTo>
                      <a:pt x="8208" y="767"/>
                    </a:lnTo>
                    <a:cubicBezTo>
                      <a:pt x="8393" y="582"/>
                      <a:pt x="8393" y="324"/>
                      <a:pt x="8208" y="139"/>
                    </a:cubicBezTo>
                    <a:cubicBezTo>
                      <a:pt x="8116" y="46"/>
                      <a:pt x="8005" y="0"/>
                      <a:pt x="7894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3004950" y="1949850"/>
                <a:ext cx="111850" cy="113725"/>
              </a:xfrm>
              <a:custGeom>
                <a:rect b="b" l="l" r="r" t="t"/>
                <a:pathLst>
                  <a:path extrusionOk="0" h="4549" w="4474">
                    <a:moveTo>
                      <a:pt x="4474" y="1"/>
                    </a:moveTo>
                    <a:lnTo>
                      <a:pt x="1" y="2663"/>
                    </a:lnTo>
                    <a:lnTo>
                      <a:pt x="1886" y="4548"/>
                    </a:lnTo>
                    <a:lnTo>
                      <a:pt x="4474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748925" y="2232000"/>
                <a:ext cx="90600" cy="88525"/>
              </a:xfrm>
              <a:custGeom>
                <a:rect b="b" l="l" r="r" t="t"/>
                <a:pathLst>
                  <a:path extrusionOk="0" h="3541" w="3624">
                    <a:moveTo>
                      <a:pt x="3106" y="0"/>
                    </a:moveTo>
                    <a:cubicBezTo>
                      <a:pt x="2986" y="0"/>
                      <a:pt x="2866" y="46"/>
                      <a:pt x="2773" y="139"/>
                    </a:cubicBezTo>
                    <a:lnTo>
                      <a:pt x="185" y="2727"/>
                    </a:lnTo>
                    <a:cubicBezTo>
                      <a:pt x="1" y="2912"/>
                      <a:pt x="1" y="3207"/>
                      <a:pt x="185" y="3392"/>
                    </a:cubicBezTo>
                    <a:cubicBezTo>
                      <a:pt x="296" y="3466"/>
                      <a:pt x="370" y="3540"/>
                      <a:pt x="518" y="3540"/>
                    </a:cubicBezTo>
                    <a:cubicBezTo>
                      <a:pt x="592" y="3540"/>
                      <a:pt x="740" y="3466"/>
                      <a:pt x="851" y="3392"/>
                    </a:cubicBezTo>
                    <a:lnTo>
                      <a:pt x="3439" y="804"/>
                    </a:lnTo>
                    <a:cubicBezTo>
                      <a:pt x="3624" y="619"/>
                      <a:pt x="3624" y="324"/>
                      <a:pt x="3439" y="139"/>
                    </a:cubicBezTo>
                    <a:cubicBezTo>
                      <a:pt x="3346" y="46"/>
                      <a:pt x="3226" y="0"/>
                      <a:pt x="3106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2497525" y="2337350"/>
                <a:ext cx="235725" cy="107950"/>
              </a:xfrm>
              <a:custGeom>
                <a:rect b="b" l="l" r="r" t="t"/>
                <a:pathLst>
                  <a:path extrusionOk="0" h="4318" w="9429">
                    <a:moveTo>
                      <a:pt x="8911" y="1"/>
                    </a:moveTo>
                    <a:cubicBezTo>
                      <a:pt x="8790" y="1"/>
                      <a:pt x="8670" y="47"/>
                      <a:pt x="8578" y="139"/>
                    </a:cubicBezTo>
                    <a:lnTo>
                      <a:pt x="5361" y="3393"/>
                    </a:lnTo>
                    <a:lnTo>
                      <a:pt x="444" y="3393"/>
                    </a:lnTo>
                    <a:cubicBezTo>
                      <a:pt x="185" y="3393"/>
                      <a:pt x="1" y="3578"/>
                      <a:pt x="1" y="3836"/>
                    </a:cubicBezTo>
                    <a:cubicBezTo>
                      <a:pt x="1" y="4132"/>
                      <a:pt x="185" y="4317"/>
                      <a:pt x="444" y="4317"/>
                    </a:cubicBezTo>
                    <a:lnTo>
                      <a:pt x="5546" y="4317"/>
                    </a:lnTo>
                    <a:cubicBezTo>
                      <a:pt x="5694" y="4317"/>
                      <a:pt x="5805" y="4243"/>
                      <a:pt x="5916" y="4132"/>
                    </a:cubicBezTo>
                    <a:lnTo>
                      <a:pt x="9243" y="805"/>
                    </a:lnTo>
                    <a:cubicBezTo>
                      <a:pt x="9428" y="620"/>
                      <a:pt x="9428" y="324"/>
                      <a:pt x="9243" y="139"/>
                    </a:cubicBezTo>
                    <a:cubicBezTo>
                      <a:pt x="9151" y="47"/>
                      <a:pt x="9031" y="1"/>
                      <a:pt x="8911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818200" y="1829700"/>
                <a:ext cx="73950" cy="74900"/>
              </a:xfrm>
              <a:custGeom>
                <a:rect b="b" l="l" r="r" t="t"/>
                <a:pathLst>
                  <a:path extrusionOk="0" h="2996" w="2958">
                    <a:moveTo>
                      <a:pt x="1479" y="1"/>
                    </a:moveTo>
                    <a:cubicBezTo>
                      <a:pt x="666" y="1"/>
                      <a:pt x="0" y="666"/>
                      <a:pt x="0" y="1516"/>
                    </a:cubicBezTo>
                    <a:cubicBezTo>
                      <a:pt x="0" y="2330"/>
                      <a:pt x="666" y="2995"/>
                      <a:pt x="1479" y="2995"/>
                    </a:cubicBezTo>
                    <a:cubicBezTo>
                      <a:pt x="2292" y="2995"/>
                      <a:pt x="2958" y="2330"/>
                      <a:pt x="2958" y="1516"/>
                    </a:cubicBezTo>
                    <a:cubicBezTo>
                      <a:pt x="2958" y="666"/>
                      <a:pt x="2292" y="1"/>
                      <a:pt x="1479" y="1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818200" y="1976650"/>
                <a:ext cx="73950" cy="73975"/>
              </a:xfrm>
              <a:custGeom>
                <a:rect b="b" l="l" r="r" t="t"/>
                <a:pathLst>
                  <a:path extrusionOk="0" h="2959" w="2958">
                    <a:moveTo>
                      <a:pt x="1479" y="1"/>
                    </a:moveTo>
                    <a:cubicBezTo>
                      <a:pt x="629" y="1"/>
                      <a:pt x="0" y="666"/>
                      <a:pt x="0" y="1480"/>
                    </a:cubicBezTo>
                    <a:cubicBezTo>
                      <a:pt x="0" y="2330"/>
                      <a:pt x="629" y="2959"/>
                      <a:pt x="1479" y="2959"/>
                    </a:cubicBezTo>
                    <a:cubicBezTo>
                      <a:pt x="2292" y="2959"/>
                      <a:pt x="2958" y="2330"/>
                      <a:pt x="2958" y="1480"/>
                    </a:cubicBezTo>
                    <a:cubicBezTo>
                      <a:pt x="2958" y="703"/>
                      <a:pt x="2292" y="1"/>
                      <a:pt x="1479" y="1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818200" y="1682750"/>
                <a:ext cx="73950" cy="73025"/>
              </a:xfrm>
              <a:custGeom>
                <a:rect b="b" l="l" r="r" t="t"/>
                <a:pathLst>
                  <a:path extrusionOk="0" h="2921" w="2958">
                    <a:moveTo>
                      <a:pt x="1479" y="0"/>
                    </a:moveTo>
                    <a:cubicBezTo>
                      <a:pt x="629" y="0"/>
                      <a:pt x="0" y="629"/>
                      <a:pt x="0" y="1442"/>
                    </a:cubicBezTo>
                    <a:cubicBezTo>
                      <a:pt x="0" y="2292"/>
                      <a:pt x="629" y="2921"/>
                      <a:pt x="1479" y="2921"/>
                    </a:cubicBezTo>
                    <a:cubicBezTo>
                      <a:pt x="2292" y="2921"/>
                      <a:pt x="2958" y="2292"/>
                      <a:pt x="2958" y="1442"/>
                    </a:cubicBezTo>
                    <a:cubicBezTo>
                      <a:pt x="2958" y="629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3167625" y="1448900"/>
                <a:ext cx="115550" cy="115550"/>
              </a:xfrm>
              <a:custGeom>
                <a:rect b="b" l="l" r="r" t="t"/>
                <a:pathLst>
                  <a:path extrusionOk="0" h="4622" w="4622">
                    <a:moveTo>
                      <a:pt x="2293" y="888"/>
                    </a:moveTo>
                    <a:cubicBezTo>
                      <a:pt x="3032" y="888"/>
                      <a:pt x="3697" y="1516"/>
                      <a:pt x="3697" y="2256"/>
                    </a:cubicBezTo>
                    <a:cubicBezTo>
                      <a:pt x="3697" y="2995"/>
                      <a:pt x="3106" y="3661"/>
                      <a:pt x="2293" y="3661"/>
                    </a:cubicBezTo>
                    <a:cubicBezTo>
                      <a:pt x="1553" y="3661"/>
                      <a:pt x="925" y="3069"/>
                      <a:pt x="925" y="2256"/>
                    </a:cubicBezTo>
                    <a:cubicBezTo>
                      <a:pt x="925" y="1516"/>
                      <a:pt x="1516" y="888"/>
                      <a:pt x="2293" y="888"/>
                    </a:cubicBezTo>
                    <a:close/>
                    <a:moveTo>
                      <a:pt x="2293" y="1"/>
                    </a:moveTo>
                    <a:cubicBezTo>
                      <a:pt x="1073" y="1"/>
                      <a:pt x="0" y="1036"/>
                      <a:pt x="0" y="2330"/>
                    </a:cubicBezTo>
                    <a:cubicBezTo>
                      <a:pt x="0" y="3550"/>
                      <a:pt x="999" y="4622"/>
                      <a:pt x="2293" y="4622"/>
                    </a:cubicBezTo>
                    <a:cubicBezTo>
                      <a:pt x="3587" y="4622"/>
                      <a:pt x="4622" y="3624"/>
                      <a:pt x="4622" y="2330"/>
                    </a:cubicBezTo>
                    <a:cubicBezTo>
                      <a:pt x="4622" y="1073"/>
                      <a:pt x="3587" y="1"/>
                      <a:pt x="229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3167625" y="1634675"/>
                <a:ext cx="115550" cy="115575"/>
              </a:xfrm>
              <a:custGeom>
                <a:rect b="b" l="l" r="r" t="t"/>
                <a:pathLst>
                  <a:path extrusionOk="0" h="4623" w="4622">
                    <a:moveTo>
                      <a:pt x="2293" y="925"/>
                    </a:moveTo>
                    <a:cubicBezTo>
                      <a:pt x="3032" y="925"/>
                      <a:pt x="3697" y="1554"/>
                      <a:pt x="3697" y="2330"/>
                    </a:cubicBezTo>
                    <a:cubicBezTo>
                      <a:pt x="3697" y="3069"/>
                      <a:pt x="3106" y="3698"/>
                      <a:pt x="2293" y="3698"/>
                    </a:cubicBezTo>
                    <a:cubicBezTo>
                      <a:pt x="1553" y="3698"/>
                      <a:pt x="925" y="3106"/>
                      <a:pt x="925" y="2330"/>
                    </a:cubicBezTo>
                    <a:cubicBezTo>
                      <a:pt x="925" y="1590"/>
                      <a:pt x="1516" y="925"/>
                      <a:pt x="2293" y="925"/>
                    </a:cubicBezTo>
                    <a:close/>
                    <a:moveTo>
                      <a:pt x="2293" y="1"/>
                    </a:moveTo>
                    <a:cubicBezTo>
                      <a:pt x="1073" y="1"/>
                      <a:pt x="0" y="1036"/>
                      <a:pt x="0" y="2330"/>
                    </a:cubicBezTo>
                    <a:cubicBezTo>
                      <a:pt x="0" y="3587"/>
                      <a:pt x="999" y="4622"/>
                      <a:pt x="2293" y="4622"/>
                    </a:cubicBezTo>
                    <a:cubicBezTo>
                      <a:pt x="3587" y="4622"/>
                      <a:pt x="4622" y="3624"/>
                      <a:pt x="4622" y="2330"/>
                    </a:cubicBezTo>
                    <a:cubicBezTo>
                      <a:pt x="4622" y="1073"/>
                      <a:pt x="3587" y="1"/>
                      <a:pt x="229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3167625" y="1263125"/>
                <a:ext cx="115550" cy="115550"/>
              </a:xfrm>
              <a:custGeom>
                <a:rect b="b" l="l" r="r" t="t"/>
                <a:pathLst>
                  <a:path extrusionOk="0" h="4622" w="4622">
                    <a:moveTo>
                      <a:pt x="2293" y="888"/>
                    </a:moveTo>
                    <a:cubicBezTo>
                      <a:pt x="3032" y="888"/>
                      <a:pt x="3697" y="1516"/>
                      <a:pt x="3697" y="2256"/>
                    </a:cubicBezTo>
                    <a:cubicBezTo>
                      <a:pt x="3697" y="2995"/>
                      <a:pt x="3106" y="3661"/>
                      <a:pt x="2293" y="3661"/>
                    </a:cubicBezTo>
                    <a:cubicBezTo>
                      <a:pt x="1553" y="3661"/>
                      <a:pt x="925" y="3032"/>
                      <a:pt x="925" y="2256"/>
                    </a:cubicBezTo>
                    <a:cubicBezTo>
                      <a:pt x="925" y="1516"/>
                      <a:pt x="1516" y="888"/>
                      <a:pt x="2293" y="888"/>
                    </a:cubicBezTo>
                    <a:close/>
                    <a:moveTo>
                      <a:pt x="2293" y="1"/>
                    </a:moveTo>
                    <a:cubicBezTo>
                      <a:pt x="1073" y="1"/>
                      <a:pt x="0" y="999"/>
                      <a:pt x="0" y="2293"/>
                    </a:cubicBezTo>
                    <a:cubicBezTo>
                      <a:pt x="0" y="3550"/>
                      <a:pt x="999" y="4622"/>
                      <a:pt x="2293" y="4622"/>
                    </a:cubicBezTo>
                    <a:cubicBezTo>
                      <a:pt x="3587" y="4622"/>
                      <a:pt x="4622" y="3550"/>
                      <a:pt x="4622" y="2293"/>
                    </a:cubicBezTo>
                    <a:cubicBezTo>
                      <a:pt x="4622" y="1073"/>
                      <a:pt x="3587" y="1"/>
                      <a:pt x="229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1873650" y="889725"/>
                <a:ext cx="1127625" cy="1456675"/>
              </a:xfrm>
              <a:custGeom>
                <a:rect b="b" l="l" r="r" t="t"/>
                <a:pathLst>
                  <a:path extrusionOk="0" h="58267" w="45105">
                    <a:moveTo>
                      <a:pt x="21111" y="3882"/>
                    </a:moveTo>
                    <a:cubicBezTo>
                      <a:pt x="29836" y="3882"/>
                      <a:pt x="36934" y="10944"/>
                      <a:pt x="36934" y="19669"/>
                    </a:cubicBezTo>
                    <a:cubicBezTo>
                      <a:pt x="36934" y="28431"/>
                      <a:pt x="29836" y="35492"/>
                      <a:pt x="21111" y="35492"/>
                    </a:cubicBezTo>
                    <a:cubicBezTo>
                      <a:pt x="12386" y="35492"/>
                      <a:pt x="5287" y="28431"/>
                      <a:pt x="5287" y="19669"/>
                    </a:cubicBezTo>
                    <a:cubicBezTo>
                      <a:pt x="5287" y="10944"/>
                      <a:pt x="12386" y="3882"/>
                      <a:pt x="21111" y="3882"/>
                    </a:cubicBezTo>
                    <a:close/>
                    <a:moveTo>
                      <a:pt x="20889" y="0"/>
                    </a:moveTo>
                    <a:cubicBezTo>
                      <a:pt x="7616" y="0"/>
                      <a:pt x="1812" y="9391"/>
                      <a:pt x="925" y="15306"/>
                    </a:cubicBezTo>
                    <a:cubicBezTo>
                      <a:pt x="0" y="21222"/>
                      <a:pt x="4252" y="30612"/>
                      <a:pt x="5176" y="33422"/>
                    </a:cubicBezTo>
                    <a:cubicBezTo>
                      <a:pt x="5324" y="33903"/>
                      <a:pt x="5398" y="34494"/>
                      <a:pt x="5435" y="35160"/>
                    </a:cubicBezTo>
                    <a:cubicBezTo>
                      <a:pt x="5509" y="35714"/>
                      <a:pt x="5509" y="36269"/>
                      <a:pt x="5435" y="36934"/>
                    </a:cubicBezTo>
                    <a:cubicBezTo>
                      <a:pt x="5324" y="40077"/>
                      <a:pt x="1146" y="58266"/>
                      <a:pt x="1146" y="58266"/>
                    </a:cubicBezTo>
                    <a:lnTo>
                      <a:pt x="26102" y="58266"/>
                    </a:lnTo>
                    <a:cubicBezTo>
                      <a:pt x="26102" y="58266"/>
                      <a:pt x="26065" y="56196"/>
                      <a:pt x="27063" y="50133"/>
                    </a:cubicBezTo>
                    <a:cubicBezTo>
                      <a:pt x="27211" y="49282"/>
                      <a:pt x="27617" y="47545"/>
                      <a:pt x="28172" y="46399"/>
                    </a:cubicBezTo>
                    <a:cubicBezTo>
                      <a:pt x="28246" y="46436"/>
                      <a:pt x="28283" y="46436"/>
                      <a:pt x="28320" y="46510"/>
                    </a:cubicBezTo>
                    <a:cubicBezTo>
                      <a:pt x="28985" y="46805"/>
                      <a:pt x="29947" y="47175"/>
                      <a:pt x="32682" y="47803"/>
                    </a:cubicBezTo>
                    <a:cubicBezTo>
                      <a:pt x="33383" y="47967"/>
                      <a:pt x="34080" y="48042"/>
                      <a:pt x="34748" y="48042"/>
                    </a:cubicBezTo>
                    <a:cubicBezTo>
                      <a:pt x="36792" y="48042"/>
                      <a:pt x="38566" y="47346"/>
                      <a:pt x="39374" y="46399"/>
                    </a:cubicBezTo>
                    <a:cubicBezTo>
                      <a:pt x="39929" y="45770"/>
                      <a:pt x="39818" y="44735"/>
                      <a:pt x="39596" y="43774"/>
                    </a:cubicBezTo>
                    <a:cubicBezTo>
                      <a:pt x="39411" y="42886"/>
                      <a:pt x="39152" y="42110"/>
                      <a:pt x="39189" y="41592"/>
                    </a:cubicBezTo>
                    <a:cubicBezTo>
                      <a:pt x="39263" y="40779"/>
                      <a:pt x="40372" y="40409"/>
                      <a:pt x="41075" y="39855"/>
                    </a:cubicBezTo>
                    <a:cubicBezTo>
                      <a:pt x="41260" y="39707"/>
                      <a:pt x="41445" y="39522"/>
                      <a:pt x="41555" y="39300"/>
                    </a:cubicBezTo>
                    <a:cubicBezTo>
                      <a:pt x="41851" y="38561"/>
                      <a:pt x="41371" y="38117"/>
                      <a:pt x="40114" y="38043"/>
                    </a:cubicBezTo>
                    <a:cubicBezTo>
                      <a:pt x="40816" y="37895"/>
                      <a:pt x="41851" y="37489"/>
                      <a:pt x="42036" y="37082"/>
                    </a:cubicBezTo>
                    <a:cubicBezTo>
                      <a:pt x="42073" y="36934"/>
                      <a:pt x="42073" y="36601"/>
                      <a:pt x="42036" y="36195"/>
                    </a:cubicBezTo>
                    <a:cubicBezTo>
                      <a:pt x="41999" y="35714"/>
                      <a:pt x="41851" y="35160"/>
                      <a:pt x="41851" y="34605"/>
                    </a:cubicBezTo>
                    <a:lnTo>
                      <a:pt x="41851" y="33792"/>
                    </a:lnTo>
                    <a:cubicBezTo>
                      <a:pt x="41851" y="33681"/>
                      <a:pt x="41851" y="33644"/>
                      <a:pt x="41888" y="33570"/>
                    </a:cubicBezTo>
                    <a:cubicBezTo>
                      <a:pt x="43145" y="33422"/>
                      <a:pt x="44476" y="32830"/>
                      <a:pt x="44772" y="31980"/>
                    </a:cubicBezTo>
                    <a:cubicBezTo>
                      <a:pt x="45105" y="31056"/>
                      <a:pt x="43848" y="29170"/>
                      <a:pt x="42184" y="26730"/>
                    </a:cubicBezTo>
                    <a:cubicBezTo>
                      <a:pt x="40520" y="24327"/>
                      <a:pt x="40742" y="21037"/>
                      <a:pt x="40742" y="18708"/>
                    </a:cubicBezTo>
                    <a:cubicBezTo>
                      <a:pt x="40742" y="16378"/>
                      <a:pt x="39374" y="10574"/>
                      <a:pt x="37526" y="7875"/>
                    </a:cubicBezTo>
                    <a:cubicBezTo>
                      <a:pt x="36490" y="6322"/>
                      <a:pt x="31425" y="0"/>
                      <a:pt x="20889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" name="Google Shape;225;p6"/>
            <p:cNvSpPr/>
            <p:nvPr/>
          </p:nvSpPr>
          <p:spPr>
            <a:xfrm>
              <a:off x="6916177" y="2468300"/>
              <a:ext cx="397288" cy="397288"/>
            </a:xfrm>
            <a:custGeom>
              <a:rect b="b" l="l" r="r" t="t"/>
              <a:pathLst>
                <a:path extrusionOk="0" h="21817" w="21817">
                  <a:moveTo>
                    <a:pt x="10842" y="6505"/>
                  </a:moveTo>
                  <a:cubicBezTo>
                    <a:pt x="11342" y="6505"/>
                    <a:pt x="11842" y="6605"/>
                    <a:pt x="12309" y="6772"/>
                  </a:cubicBezTo>
                  <a:cubicBezTo>
                    <a:pt x="12476" y="6805"/>
                    <a:pt x="12576" y="6905"/>
                    <a:pt x="12743" y="6939"/>
                  </a:cubicBezTo>
                  <a:cubicBezTo>
                    <a:pt x="13644" y="7339"/>
                    <a:pt x="14378" y="8106"/>
                    <a:pt x="14811" y="8974"/>
                  </a:cubicBezTo>
                  <a:cubicBezTo>
                    <a:pt x="14878" y="9107"/>
                    <a:pt x="14945" y="9274"/>
                    <a:pt x="14978" y="9441"/>
                  </a:cubicBezTo>
                  <a:cubicBezTo>
                    <a:pt x="15145" y="9908"/>
                    <a:pt x="15212" y="10408"/>
                    <a:pt x="15212" y="10908"/>
                  </a:cubicBezTo>
                  <a:cubicBezTo>
                    <a:pt x="15212" y="11409"/>
                    <a:pt x="15145" y="11909"/>
                    <a:pt x="14978" y="12343"/>
                  </a:cubicBezTo>
                  <a:cubicBezTo>
                    <a:pt x="14945" y="12509"/>
                    <a:pt x="14845" y="12643"/>
                    <a:pt x="14811" y="12810"/>
                  </a:cubicBezTo>
                  <a:cubicBezTo>
                    <a:pt x="14378" y="13677"/>
                    <a:pt x="13644" y="14444"/>
                    <a:pt x="12743" y="14844"/>
                  </a:cubicBezTo>
                  <a:cubicBezTo>
                    <a:pt x="12643" y="14944"/>
                    <a:pt x="12476" y="14978"/>
                    <a:pt x="12309" y="15011"/>
                  </a:cubicBezTo>
                  <a:cubicBezTo>
                    <a:pt x="11842" y="15178"/>
                    <a:pt x="11342" y="15278"/>
                    <a:pt x="10842" y="15278"/>
                  </a:cubicBezTo>
                  <a:cubicBezTo>
                    <a:pt x="10341" y="15278"/>
                    <a:pt x="9841" y="15178"/>
                    <a:pt x="9374" y="15011"/>
                  </a:cubicBezTo>
                  <a:cubicBezTo>
                    <a:pt x="9207" y="14978"/>
                    <a:pt x="9107" y="14878"/>
                    <a:pt x="8940" y="14844"/>
                  </a:cubicBezTo>
                  <a:cubicBezTo>
                    <a:pt x="8040" y="14444"/>
                    <a:pt x="7306" y="13677"/>
                    <a:pt x="6872" y="12810"/>
                  </a:cubicBezTo>
                  <a:cubicBezTo>
                    <a:pt x="6806" y="12676"/>
                    <a:pt x="6772" y="12509"/>
                    <a:pt x="6705" y="12343"/>
                  </a:cubicBezTo>
                  <a:cubicBezTo>
                    <a:pt x="6539" y="11876"/>
                    <a:pt x="6472" y="11409"/>
                    <a:pt x="6472" y="10908"/>
                  </a:cubicBezTo>
                  <a:cubicBezTo>
                    <a:pt x="6472" y="10408"/>
                    <a:pt x="6539" y="9908"/>
                    <a:pt x="6705" y="9441"/>
                  </a:cubicBezTo>
                  <a:cubicBezTo>
                    <a:pt x="6739" y="9274"/>
                    <a:pt x="6839" y="9140"/>
                    <a:pt x="6872" y="8974"/>
                  </a:cubicBezTo>
                  <a:cubicBezTo>
                    <a:pt x="7306" y="8106"/>
                    <a:pt x="8040" y="7339"/>
                    <a:pt x="8940" y="6939"/>
                  </a:cubicBezTo>
                  <a:cubicBezTo>
                    <a:pt x="9040" y="6839"/>
                    <a:pt x="9207" y="6805"/>
                    <a:pt x="9374" y="6772"/>
                  </a:cubicBezTo>
                  <a:cubicBezTo>
                    <a:pt x="9841" y="6605"/>
                    <a:pt x="10341" y="6505"/>
                    <a:pt x="10842" y="6505"/>
                  </a:cubicBezTo>
                  <a:close/>
                  <a:moveTo>
                    <a:pt x="9841" y="0"/>
                  </a:moveTo>
                  <a:cubicBezTo>
                    <a:pt x="9374" y="0"/>
                    <a:pt x="9007" y="401"/>
                    <a:pt x="9007" y="834"/>
                  </a:cubicBezTo>
                  <a:lnTo>
                    <a:pt x="9007" y="2903"/>
                  </a:lnTo>
                  <a:cubicBezTo>
                    <a:pt x="8140" y="3103"/>
                    <a:pt x="7306" y="3436"/>
                    <a:pt x="6539" y="3903"/>
                  </a:cubicBezTo>
                  <a:lnTo>
                    <a:pt x="5071" y="2436"/>
                  </a:lnTo>
                  <a:cubicBezTo>
                    <a:pt x="4904" y="2269"/>
                    <a:pt x="4696" y="2185"/>
                    <a:pt x="4487" y="2185"/>
                  </a:cubicBezTo>
                  <a:cubicBezTo>
                    <a:pt x="4279" y="2185"/>
                    <a:pt x="4070" y="2269"/>
                    <a:pt x="3903" y="2436"/>
                  </a:cubicBezTo>
                  <a:lnTo>
                    <a:pt x="2436" y="3937"/>
                  </a:lnTo>
                  <a:cubicBezTo>
                    <a:pt x="2102" y="4270"/>
                    <a:pt x="2102" y="4771"/>
                    <a:pt x="2436" y="5104"/>
                  </a:cubicBezTo>
                  <a:lnTo>
                    <a:pt x="3870" y="6572"/>
                  </a:lnTo>
                  <a:cubicBezTo>
                    <a:pt x="3436" y="7306"/>
                    <a:pt x="3070" y="8140"/>
                    <a:pt x="2869" y="9007"/>
                  </a:cubicBezTo>
                  <a:lnTo>
                    <a:pt x="835" y="9007"/>
                  </a:lnTo>
                  <a:cubicBezTo>
                    <a:pt x="368" y="9007"/>
                    <a:pt x="1" y="9374"/>
                    <a:pt x="1" y="9841"/>
                  </a:cubicBezTo>
                  <a:lnTo>
                    <a:pt x="1" y="11976"/>
                  </a:lnTo>
                  <a:cubicBezTo>
                    <a:pt x="1" y="12443"/>
                    <a:pt x="368" y="12810"/>
                    <a:pt x="835" y="12810"/>
                  </a:cubicBezTo>
                  <a:lnTo>
                    <a:pt x="2869" y="12810"/>
                  </a:lnTo>
                  <a:cubicBezTo>
                    <a:pt x="3070" y="13677"/>
                    <a:pt x="3403" y="14511"/>
                    <a:pt x="3870" y="15278"/>
                  </a:cubicBezTo>
                  <a:lnTo>
                    <a:pt x="2436" y="16746"/>
                  </a:lnTo>
                  <a:cubicBezTo>
                    <a:pt x="2102" y="17079"/>
                    <a:pt x="2102" y="17580"/>
                    <a:pt x="2436" y="17913"/>
                  </a:cubicBezTo>
                  <a:lnTo>
                    <a:pt x="3903" y="19414"/>
                  </a:lnTo>
                  <a:cubicBezTo>
                    <a:pt x="4070" y="19581"/>
                    <a:pt x="4279" y="19665"/>
                    <a:pt x="4487" y="19665"/>
                  </a:cubicBezTo>
                  <a:cubicBezTo>
                    <a:pt x="4696" y="19665"/>
                    <a:pt x="4904" y="19581"/>
                    <a:pt x="5071" y="19414"/>
                  </a:cubicBezTo>
                  <a:lnTo>
                    <a:pt x="6539" y="17947"/>
                  </a:lnTo>
                  <a:cubicBezTo>
                    <a:pt x="7306" y="18414"/>
                    <a:pt x="8140" y="18781"/>
                    <a:pt x="9007" y="18947"/>
                  </a:cubicBezTo>
                  <a:lnTo>
                    <a:pt x="9007" y="20982"/>
                  </a:lnTo>
                  <a:cubicBezTo>
                    <a:pt x="9007" y="21449"/>
                    <a:pt x="9374" y="21816"/>
                    <a:pt x="9841" y="21816"/>
                  </a:cubicBezTo>
                  <a:lnTo>
                    <a:pt x="11976" y="21816"/>
                  </a:lnTo>
                  <a:cubicBezTo>
                    <a:pt x="12410" y="21816"/>
                    <a:pt x="12810" y="21449"/>
                    <a:pt x="12810" y="20982"/>
                  </a:cubicBezTo>
                  <a:lnTo>
                    <a:pt x="12810" y="18947"/>
                  </a:lnTo>
                  <a:cubicBezTo>
                    <a:pt x="13677" y="18747"/>
                    <a:pt x="14511" y="18414"/>
                    <a:pt x="15245" y="17947"/>
                  </a:cubicBezTo>
                  <a:lnTo>
                    <a:pt x="16713" y="19414"/>
                  </a:lnTo>
                  <a:cubicBezTo>
                    <a:pt x="16879" y="19581"/>
                    <a:pt x="17088" y="19665"/>
                    <a:pt x="17296" y="19665"/>
                  </a:cubicBezTo>
                  <a:cubicBezTo>
                    <a:pt x="17505" y="19665"/>
                    <a:pt x="17713" y="19581"/>
                    <a:pt x="17880" y="19414"/>
                  </a:cubicBezTo>
                  <a:lnTo>
                    <a:pt x="19381" y="17913"/>
                  </a:lnTo>
                  <a:cubicBezTo>
                    <a:pt x="19715" y="17580"/>
                    <a:pt x="19715" y="17079"/>
                    <a:pt x="19381" y="16746"/>
                  </a:cubicBezTo>
                  <a:lnTo>
                    <a:pt x="17947" y="15278"/>
                  </a:lnTo>
                  <a:cubicBezTo>
                    <a:pt x="18380" y="14511"/>
                    <a:pt x="18781" y="13677"/>
                    <a:pt x="18948" y="12810"/>
                  </a:cubicBezTo>
                  <a:lnTo>
                    <a:pt x="20982" y="12810"/>
                  </a:lnTo>
                  <a:cubicBezTo>
                    <a:pt x="21449" y="12810"/>
                    <a:pt x="21816" y="12443"/>
                    <a:pt x="21816" y="11976"/>
                  </a:cubicBezTo>
                  <a:lnTo>
                    <a:pt x="21816" y="9841"/>
                  </a:lnTo>
                  <a:cubicBezTo>
                    <a:pt x="21783" y="9340"/>
                    <a:pt x="21383" y="9007"/>
                    <a:pt x="20982" y="9007"/>
                  </a:cubicBezTo>
                  <a:lnTo>
                    <a:pt x="18948" y="9007"/>
                  </a:lnTo>
                  <a:cubicBezTo>
                    <a:pt x="18714" y="8140"/>
                    <a:pt x="18380" y="7306"/>
                    <a:pt x="17947" y="6572"/>
                  </a:cubicBezTo>
                  <a:lnTo>
                    <a:pt x="19381" y="5104"/>
                  </a:lnTo>
                  <a:cubicBezTo>
                    <a:pt x="19715" y="4771"/>
                    <a:pt x="19715" y="4270"/>
                    <a:pt x="19381" y="3937"/>
                  </a:cubicBezTo>
                  <a:lnTo>
                    <a:pt x="17880" y="2436"/>
                  </a:lnTo>
                  <a:cubicBezTo>
                    <a:pt x="17713" y="2269"/>
                    <a:pt x="17505" y="2185"/>
                    <a:pt x="17296" y="2185"/>
                  </a:cubicBezTo>
                  <a:cubicBezTo>
                    <a:pt x="17088" y="2185"/>
                    <a:pt x="16879" y="2269"/>
                    <a:pt x="16713" y="2436"/>
                  </a:cubicBezTo>
                  <a:lnTo>
                    <a:pt x="15245" y="3903"/>
                  </a:lnTo>
                  <a:cubicBezTo>
                    <a:pt x="14511" y="3436"/>
                    <a:pt x="13677" y="3069"/>
                    <a:pt x="12810" y="2903"/>
                  </a:cubicBezTo>
                  <a:lnTo>
                    <a:pt x="12810" y="834"/>
                  </a:lnTo>
                  <a:cubicBezTo>
                    <a:pt x="12810" y="401"/>
                    <a:pt x="12410" y="0"/>
                    <a:pt x="11976" y="0"/>
                  </a:cubicBez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6673775" y="2666161"/>
              <a:ext cx="242393" cy="242393"/>
            </a:xfrm>
            <a:custGeom>
              <a:rect b="b" l="l" r="r" t="t"/>
              <a:pathLst>
                <a:path extrusionOk="0" h="13311" w="13311">
                  <a:moveTo>
                    <a:pt x="6672" y="3937"/>
                  </a:moveTo>
                  <a:cubicBezTo>
                    <a:pt x="6972" y="3937"/>
                    <a:pt x="7273" y="4003"/>
                    <a:pt x="7540" y="4104"/>
                  </a:cubicBezTo>
                  <a:lnTo>
                    <a:pt x="7806" y="4237"/>
                  </a:lnTo>
                  <a:cubicBezTo>
                    <a:pt x="8340" y="4504"/>
                    <a:pt x="8807" y="4937"/>
                    <a:pt x="9041" y="5505"/>
                  </a:cubicBezTo>
                  <a:lnTo>
                    <a:pt x="9174" y="5738"/>
                  </a:lnTo>
                  <a:cubicBezTo>
                    <a:pt x="9274" y="6038"/>
                    <a:pt x="9341" y="6338"/>
                    <a:pt x="9341" y="6605"/>
                  </a:cubicBezTo>
                  <a:cubicBezTo>
                    <a:pt x="9341" y="6972"/>
                    <a:pt x="9274" y="7239"/>
                    <a:pt x="9174" y="7506"/>
                  </a:cubicBezTo>
                  <a:lnTo>
                    <a:pt x="9041" y="7739"/>
                  </a:lnTo>
                  <a:cubicBezTo>
                    <a:pt x="8807" y="8307"/>
                    <a:pt x="8340" y="8740"/>
                    <a:pt x="7806" y="9007"/>
                  </a:cubicBezTo>
                  <a:lnTo>
                    <a:pt x="7540" y="9140"/>
                  </a:lnTo>
                  <a:cubicBezTo>
                    <a:pt x="7273" y="9207"/>
                    <a:pt x="6972" y="9307"/>
                    <a:pt x="6672" y="9307"/>
                  </a:cubicBezTo>
                  <a:cubicBezTo>
                    <a:pt x="6372" y="9307"/>
                    <a:pt x="6038" y="9241"/>
                    <a:pt x="5805" y="9140"/>
                  </a:cubicBezTo>
                  <a:lnTo>
                    <a:pt x="5538" y="9007"/>
                  </a:lnTo>
                  <a:cubicBezTo>
                    <a:pt x="5004" y="8740"/>
                    <a:pt x="4537" y="8307"/>
                    <a:pt x="4304" y="7739"/>
                  </a:cubicBezTo>
                  <a:lnTo>
                    <a:pt x="4170" y="7506"/>
                  </a:lnTo>
                  <a:cubicBezTo>
                    <a:pt x="4104" y="7206"/>
                    <a:pt x="4004" y="6906"/>
                    <a:pt x="4004" y="6605"/>
                  </a:cubicBezTo>
                  <a:cubicBezTo>
                    <a:pt x="4004" y="6338"/>
                    <a:pt x="4037" y="6005"/>
                    <a:pt x="4170" y="5738"/>
                  </a:cubicBezTo>
                  <a:lnTo>
                    <a:pt x="4304" y="5505"/>
                  </a:lnTo>
                  <a:cubicBezTo>
                    <a:pt x="4537" y="4937"/>
                    <a:pt x="5004" y="4504"/>
                    <a:pt x="5538" y="4237"/>
                  </a:cubicBezTo>
                  <a:lnTo>
                    <a:pt x="5805" y="4104"/>
                  </a:lnTo>
                  <a:cubicBezTo>
                    <a:pt x="6105" y="4037"/>
                    <a:pt x="6372" y="3937"/>
                    <a:pt x="6672" y="3937"/>
                  </a:cubicBezTo>
                  <a:close/>
                  <a:moveTo>
                    <a:pt x="6005" y="1"/>
                  </a:moveTo>
                  <a:cubicBezTo>
                    <a:pt x="5705" y="1"/>
                    <a:pt x="5505" y="201"/>
                    <a:pt x="5505" y="501"/>
                  </a:cubicBezTo>
                  <a:lnTo>
                    <a:pt x="5505" y="1735"/>
                  </a:lnTo>
                  <a:cubicBezTo>
                    <a:pt x="4971" y="1869"/>
                    <a:pt x="4471" y="2069"/>
                    <a:pt x="4004" y="2369"/>
                  </a:cubicBezTo>
                  <a:lnTo>
                    <a:pt x="3136" y="1502"/>
                  </a:lnTo>
                  <a:cubicBezTo>
                    <a:pt x="3036" y="1402"/>
                    <a:pt x="2911" y="1352"/>
                    <a:pt x="2786" y="1352"/>
                  </a:cubicBezTo>
                  <a:cubicBezTo>
                    <a:pt x="2661" y="1352"/>
                    <a:pt x="2536" y="1402"/>
                    <a:pt x="2436" y="1502"/>
                  </a:cubicBezTo>
                  <a:lnTo>
                    <a:pt x="1502" y="2402"/>
                  </a:lnTo>
                  <a:cubicBezTo>
                    <a:pt x="1302" y="2636"/>
                    <a:pt x="1302" y="2903"/>
                    <a:pt x="1502" y="3136"/>
                  </a:cubicBezTo>
                  <a:lnTo>
                    <a:pt x="2369" y="4003"/>
                  </a:lnTo>
                  <a:cubicBezTo>
                    <a:pt x="2102" y="4470"/>
                    <a:pt x="1869" y="4971"/>
                    <a:pt x="1769" y="5505"/>
                  </a:cubicBezTo>
                  <a:lnTo>
                    <a:pt x="501" y="5505"/>
                  </a:lnTo>
                  <a:cubicBezTo>
                    <a:pt x="201" y="5505"/>
                    <a:pt x="1" y="5705"/>
                    <a:pt x="1" y="6005"/>
                  </a:cubicBezTo>
                  <a:lnTo>
                    <a:pt x="1" y="7306"/>
                  </a:lnTo>
                  <a:cubicBezTo>
                    <a:pt x="1" y="7573"/>
                    <a:pt x="201" y="7806"/>
                    <a:pt x="501" y="7806"/>
                  </a:cubicBezTo>
                  <a:lnTo>
                    <a:pt x="1769" y="7806"/>
                  </a:lnTo>
                  <a:cubicBezTo>
                    <a:pt x="1869" y="8340"/>
                    <a:pt x="2102" y="8840"/>
                    <a:pt x="2369" y="9307"/>
                  </a:cubicBezTo>
                  <a:lnTo>
                    <a:pt x="1502" y="10175"/>
                  </a:lnTo>
                  <a:cubicBezTo>
                    <a:pt x="1302" y="10375"/>
                    <a:pt x="1302" y="10675"/>
                    <a:pt x="1502" y="10875"/>
                  </a:cubicBezTo>
                  <a:lnTo>
                    <a:pt x="2436" y="11809"/>
                  </a:lnTo>
                  <a:cubicBezTo>
                    <a:pt x="2536" y="11909"/>
                    <a:pt x="2661" y="11959"/>
                    <a:pt x="2786" y="11959"/>
                  </a:cubicBezTo>
                  <a:cubicBezTo>
                    <a:pt x="2911" y="11959"/>
                    <a:pt x="3036" y="11909"/>
                    <a:pt x="3136" y="11809"/>
                  </a:cubicBezTo>
                  <a:lnTo>
                    <a:pt x="4004" y="10908"/>
                  </a:lnTo>
                  <a:cubicBezTo>
                    <a:pt x="4471" y="11209"/>
                    <a:pt x="4971" y="11409"/>
                    <a:pt x="5505" y="11542"/>
                  </a:cubicBezTo>
                  <a:lnTo>
                    <a:pt x="5505" y="12810"/>
                  </a:lnTo>
                  <a:cubicBezTo>
                    <a:pt x="5505" y="13077"/>
                    <a:pt x="5705" y="13310"/>
                    <a:pt x="6005" y="13310"/>
                  </a:cubicBezTo>
                  <a:lnTo>
                    <a:pt x="7306" y="13310"/>
                  </a:lnTo>
                  <a:cubicBezTo>
                    <a:pt x="7606" y="13310"/>
                    <a:pt x="7806" y="13077"/>
                    <a:pt x="7806" y="12810"/>
                  </a:cubicBezTo>
                  <a:lnTo>
                    <a:pt x="7806" y="11542"/>
                  </a:lnTo>
                  <a:cubicBezTo>
                    <a:pt x="8340" y="11409"/>
                    <a:pt x="8840" y="11209"/>
                    <a:pt x="9307" y="10908"/>
                  </a:cubicBezTo>
                  <a:lnTo>
                    <a:pt x="10175" y="11809"/>
                  </a:lnTo>
                  <a:cubicBezTo>
                    <a:pt x="10275" y="11909"/>
                    <a:pt x="10400" y="11959"/>
                    <a:pt x="10525" y="11959"/>
                  </a:cubicBezTo>
                  <a:cubicBezTo>
                    <a:pt x="10650" y="11959"/>
                    <a:pt x="10775" y="11909"/>
                    <a:pt x="10875" y="11809"/>
                  </a:cubicBezTo>
                  <a:lnTo>
                    <a:pt x="11809" y="10875"/>
                  </a:lnTo>
                  <a:cubicBezTo>
                    <a:pt x="12009" y="10675"/>
                    <a:pt x="12009" y="10375"/>
                    <a:pt x="11809" y="10175"/>
                  </a:cubicBezTo>
                  <a:lnTo>
                    <a:pt x="10942" y="9307"/>
                  </a:lnTo>
                  <a:cubicBezTo>
                    <a:pt x="11209" y="8840"/>
                    <a:pt x="11442" y="8340"/>
                    <a:pt x="11542" y="7806"/>
                  </a:cubicBezTo>
                  <a:lnTo>
                    <a:pt x="12810" y="7806"/>
                  </a:lnTo>
                  <a:cubicBezTo>
                    <a:pt x="13110" y="7806"/>
                    <a:pt x="13310" y="7573"/>
                    <a:pt x="13310" y="7306"/>
                  </a:cubicBezTo>
                  <a:lnTo>
                    <a:pt x="13310" y="6005"/>
                  </a:lnTo>
                  <a:cubicBezTo>
                    <a:pt x="13310" y="5705"/>
                    <a:pt x="13110" y="5505"/>
                    <a:pt x="12810" y="5505"/>
                  </a:cubicBezTo>
                  <a:lnTo>
                    <a:pt x="11542" y="5505"/>
                  </a:lnTo>
                  <a:cubicBezTo>
                    <a:pt x="11442" y="4971"/>
                    <a:pt x="11209" y="4470"/>
                    <a:pt x="10942" y="4003"/>
                  </a:cubicBezTo>
                  <a:lnTo>
                    <a:pt x="11809" y="3136"/>
                  </a:lnTo>
                  <a:cubicBezTo>
                    <a:pt x="12009" y="2903"/>
                    <a:pt x="12009" y="2636"/>
                    <a:pt x="11809" y="2402"/>
                  </a:cubicBezTo>
                  <a:lnTo>
                    <a:pt x="10875" y="1502"/>
                  </a:lnTo>
                  <a:cubicBezTo>
                    <a:pt x="10775" y="1402"/>
                    <a:pt x="10650" y="1352"/>
                    <a:pt x="10525" y="1352"/>
                  </a:cubicBezTo>
                  <a:cubicBezTo>
                    <a:pt x="10400" y="1352"/>
                    <a:pt x="10275" y="1402"/>
                    <a:pt x="10175" y="1502"/>
                  </a:cubicBezTo>
                  <a:lnTo>
                    <a:pt x="9307" y="2369"/>
                  </a:lnTo>
                  <a:cubicBezTo>
                    <a:pt x="8840" y="2069"/>
                    <a:pt x="8340" y="1869"/>
                    <a:pt x="7806" y="1735"/>
                  </a:cubicBezTo>
                  <a:lnTo>
                    <a:pt x="7806" y="501"/>
                  </a:lnTo>
                  <a:cubicBezTo>
                    <a:pt x="7806" y="201"/>
                    <a:pt x="7606" y="1"/>
                    <a:pt x="7306" y="1"/>
                  </a:cubicBezTo>
                  <a:close/>
                </a:path>
              </a:pathLst>
            </a:custGeom>
            <a:solidFill>
              <a:srgbClr val="8BD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7017015" y="2956194"/>
              <a:ext cx="195612" cy="195612"/>
            </a:xfrm>
            <a:custGeom>
              <a:rect b="b" l="l" r="r" t="t"/>
              <a:pathLst>
                <a:path extrusionOk="0" h="10742" w="10742">
                  <a:moveTo>
                    <a:pt x="5438" y="2602"/>
                  </a:moveTo>
                  <a:cubicBezTo>
                    <a:pt x="6939" y="2602"/>
                    <a:pt x="8173" y="3870"/>
                    <a:pt x="8173" y="5371"/>
                  </a:cubicBezTo>
                  <a:cubicBezTo>
                    <a:pt x="8173" y="6872"/>
                    <a:pt x="6939" y="8139"/>
                    <a:pt x="5438" y="8139"/>
                  </a:cubicBezTo>
                  <a:cubicBezTo>
                    <a:pt x="3937" y="8139"/>
                    <a:pt x="2669" y="6872"/>
                    <a:pt x="2669" y="5371"/>
                  </a:cubicBezTo>
                  <a:cubicBezTo>
                    <a:pt x="2669" y="3870"/>
                    <a:pt x="3937" y="2602"/>
                    <a:pt x="5438" y="2602"/>
                  </a:cubicBezTo>
                  <a:close/>
                  <a:moveTo>
                    <a:pt x="5338" y="0"/>
                  </a:moveTo>
                  <a:cubicBezTo>
                    <a:pt x="5004" y="0"/>
                    <a:pt x="4737" y="434"/>
                    <a:pt x="4370" y="501"/>
                  </a:cubicBezTo>
                  <a:cubicBezTo>
                    <a:pt x="4336" y="508"/>
                    <a:pt x="4301" y="510"/>
                    <a:pt x="4266" y="510"/>
                  </a:cubicBezTo>
                  <a:cubicBezTo>
                    <a:pt x="4020" y="510"/>
                    <a:pt x="3746" y="366"/>
                    <a:pt x="3495" y="366"/>
                  </a:cubicBezTo>
                  <a:cubicBezTo>
                    <a:pt x="3429" y="366"/>
                    <a:pt x="3365" y="376"/>
                    <a:pt x="3303" y="401"/>
                  </a:cubicBezTo>
                  <a:cubicBezTo>
                    <a:pt x="3003" y="534"/>
                    <a:pt x="2869" y="1034"/>
                    <a:pt x="2636" y="1235"/>
                  </a:cubicBezTo>
                  <a:cubicBezTo>
                    <a:pt x="2335" y="1401"/>
                    <a:pt x="1835" y="1335"/>
                    <a:pt x="1602" y="1568"/>
                  </a:cubicBezTo>
                  <a:cubicBezTo>
                    <a:pt x="1335" y="1835"/>
                    <a:pt x="1468" y="2335"/>
                    <a:pt x="1268" y="2602"/>
                  </a:cubicBezTo>
                  <a:cubicBezTo>
                    <a:pt x="1101" y="2902"/>
                    <a:pt x="567" y="3002"/>
                    <a:pt x="434" y="3336"/>
                  </a:cubicBezTo>
                  <a:cubicBezTo>
                    <a:pt x="301" y="3603"/>
                    <a:pt x="601" y="4070"/>
                    <a:pt x="501" y="4403"/>
                  </a:cubicBezTo>
                  <a:cubicBezTo>
                    <a:pt x="434" y="4737"/>
                    <a:pt x="0" y="5037"/>
                    <a:pt x="0" y="5371"/>
                  </a:cubicBezTo>
                  <a:cubicBezTo>
                    <a:pt x="0" y="5704"/>
                    <a:pt x="467" y="6005"/>
                    <a:pt x="501" y="6338"/>
                  </a:cubicBezTo>
                  <a:cubicBezTo>
                    <a:pt x="601" y="6672"/>
                    <a:pt x="301" y="7072"/>
                    <a:pt x="434" y="7406"/>
                  </a:cubicBezTo>
                  <a:cubicBezTo>
                    <a:pt x="567" y="7706"/>
                    <a:pt x="1101" y="7839"/>
                    <a:pt x="1268" y="8139"/>
                  </a:cubicBezTo>
                  <a:cubicBezTo>
                    <a:pt x="1435" y="8406"/>
                    <a:pt x="1335" y="8907"/>
                    <a:pt x="1602" y="9174"/>
                  </a:cubicBezTo>
                  <a:cubicBezTo>
                    <a:pt x="1835" y="9407"/>
                    <a:pt x="2335" y="9307"/>
                    <a:pt x="2636" y="9507"/>
                  </a:cubicBezTo>
                  <a:cubicBezTo>
                    <a:pt x="2936" y="9674"/>
                    <a:pt x="3003" y="10208"/>
                    <a:pt x="3336" y="10341"/>
                  </a:cubicBezTo>
                  <a:cubicBezTo>
                    <a:pt x="3392" y="10366"/>
                    <a:pt x="3453" y="10376"/>
                    <a:pt x="3519" y="10376"/>
                  </a:cubicBezTo>
                  <a:cubicBezTo>
                    <a:pt x="3769" y="10376"/>
                    <a:pt x="4076" y="10231"/>
                    <a:pt x="4331" y="10231"/>
                  </a:cubicBezTo>
                  <a:cubicBezTo>
                    <a:pt x="4367" y="10231"/>
                    <a:pt x="4403" y="10234"/>
                    <a:pt x="4437" y="10241"/>
                  </a:cubicBezTo>
                  <a:cubicBezTo>
                    <a:pt x="4770" y="10341"/>
                    <a:pt x="5037" y="10741"/>
                    <a:pt x="5404" y="10741"/>
                  </a:cubicBezTo>
                  <a:cubicBezTo>
                    <a:pt x="5738" y="10741"/>
                    <a:pt x="6005" y="10308"/>
                    <a:pt x="6338" y="10241"/>
                  </a:cubicBezTo>
                  <a:cubicBezTo>
                    <a:pt x="6372" y="10234"/>
                    <a:pt x="6408" y="10231"/>
                    <a:pt x="6444" y="10231"/>
                  </a:cubicBezTo>
                  <a:cubicBezTo>
                    <a:pt x="6694" y="10231"/>
                    <a:pt x="6985" y="10376"/>
                    <a:pt x="7244" y="10376"/>
                  </a:cubicBezTo>
                  <a:cubicBezTo>
                    <a:pt x="7312" y="10376"/>
                    <a:pt x="7377" y="10366"/>
                    <a:pt x="7439" y="10341"/>
                  </a:cubicBezTo>
                  <a:cubicBezTo>
                    <a:pt x="7739" y="10208"/>
                    <a:pt x="7839" y="9707"/>
                    <a:pt x="8140" y="9507"/>
                  </a:cubicBezTo>
                  <a:cubicBezTo>
                    <a:pt x="8440" y="9340"/>
                    <a:pt x="8940" y="9407"/>
                    <a:pt x="9174" y="9174"/>
                  </a:cubicBezTo>
                  <a:cubicBezTo>
                    <a:pt x="9440" y="8907"/>
                    <a:pt x="9307" y="8406"/>
                    <a:pt x="9507" y="8139"/>
                  </a:cubicBezTo>
                  <a:cubicBezTo>
                    <a:pt x="9674" y="7839"/>
                    <a:pt x="10241" y="7739"/>
                    <a:pt x="10341" y="7406"/>
                  </a:cubicBezTo>
                  <a:cubicBezTo>
                    <a:pt x="10441" y="7072"/>
                    <a:pt x="10141" y="6672"/>
                    <a:pt x="10241" y="6338"/>
                  </a:cubicBezTo>
                  <a:cubicBezTo>
                    <a:pt x="10308" y="6005"/>
                    <a:pt x="10741" y="5704"/>
                    <a:pt x="10741" y="5371"/>
                  </a:cubicBezTo>
                  <a:cubicBezTo>
                    <a:pt x="10741" y="5037"/>
                    <a:pt x="10274" y="4737"/>
                    <a:pt x="10241" y="4403"/>
                  </a:cubicBezTo>
                  <a:cubicBezTo>
                    <a:pt x="10141" y="4070"/>
                    <a:pt x="10441" y="3670"/>
                    <a:pt x="10308" y="3336"/>
                  </a:cubicBezTo>
                  <a:cubicBezTo>
                    <a:pt x="10174" y="3036"/>
                    <a:pt x="9674" y="2902"/>
                    <a:pt x="9474" y="2602"/>
                  </a:cubicBezTo>
                  <a:cubicBezTo>
                    <a:pt x="9307" y="2335"/>
                    <a:pt x="9407" y="1835"/>
                    <a:pt x="9140" y="1568"/>
                  </a:cubicBezTo>
                  <a:cubicBezTo>
                    <a:pt x="8907" y="1335"/>
                    <a:pt x="8373" y="1435"/>
                    <a:pt x="8106" y="1235"/>
                  </a:cubicBezTo>
                  <a:cubicBezTo>
                    <a:pt x="7806" y="1068"/>
                    <a:pt x="7739" y="534"/>
                    <a:pt x="7406" y="401"/>
                  </a:cubicBezTo>
                  <a:cubicBezTo>
                    <a:pt x="7350" y="376"/>
                    <a:pt x="7288" y="366"/>
                    <a:pt x="7223" y="366"/>
                  </a:cubicBezTo>
                  <a:cubicBezTo>
                    <a:pt x="6973" y="366"/>
                    <a:pt x="6666" y="510"/>
                    <a:pt x="6411" y="510"/>
                  </a:cubicBezTo>
                  <a:cubicBezTo>
                    <a:pt x="6375" y="510"/>
                    <a:pt x="6339" y="508"/>
                    <a:pt x="6305" y="501"/>
                  </a:cubicBezTo>
                  <a:cubicBezTo>
                    <a:pt x="5971" y="401"/>
                    <a:pt x="5671" y="0"/>
                    <a:pt x="5338" y="0"/>
                  </a:cubicBezTo>
                  <a:close/>
                </a:path>
              </a:pathLst>
            </a:custGeom>
            <a:solidFill>
              <a:srgbClr val="2B6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p6"/>
            <p:cNvGrpSpPr/>
            <p:nvPr/>
          </p:nvGrpSpPr>
          <p:grpSpPr>
            <a:xfrm>
              <a:off x="7952375" y="1292225"/>
              <a:ext cx="829775" cy="839775"/>
              <a:chOff x="4826125" y="698450"/>
              <a:chExt cx="829775" cy="8397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4841125" y="698450"/>
                <a:ext cx="521225" cy="508725"/>
              </a:xfrm>
              <a:custGeom>
                <a:rect b="b" l="l" r="r" t="t"/>
                <a:pathLst>
                  <a:path extrusionOk="0" h="20349" w="20849">
                    <a:moveTo>
                      <a:pt x="17359" y="0"/>
                    </a:moveTo>
                    <a:cubicBezTo>
                      <a:pt x="17079" y="0"/>
                      <a:pt x="16796" y="100"/>
                      <a:pt x="16579" y="300"/>
                    </a:cubicBezTo>
                    <a:lnTo>
                      <a:pt x="1" y="16912"/>
                    </a:lnTo>
                    <a:lnTo>
                      <a:pt x="3436" y="20348"/>
                    </a:lnTo>
                    <a:lnTo>
                      <a:pt x="20849" y="3036"/>
                    </a:lnTo>
                    <a:lnTo>
                      <a:pt x="18114" y="300"/>
                    </a:lnTo>
                    <a:cubicBezTo>
                      <a:pt x="17913" y="100"/>
                      <a:pt x="17638" y="0"/>
                      <a:pt x="17359" y="0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4905350" y="716800"/>
                <a:ext cx="750550" cy="750550"/>
              </a:xfrm>
              <a:custGeom>
                <a:rect b="b" l="l" r="r" t="t"/>
                <a:pathLst>
                  <a:path extrusionOk="0" h="30022" w="30022">
                    <a:moveTo>
                      <a:pt x="15911" y="0"/>
                    </a:moveTo>
                    <a:lnTo>
                      <a:pt x="0" y="15911"/>
                    </a:lnTo>
                    <a:lnTo>
                      <a:pt x="14110" y="30022"/>
                    </a:lnTo>
                    <a:lnTo>
                      <a:pt x="30022" y="14110"/>
                    </a:lnTo>
                    <a:lnTo>
                      <a:pt x="15911" y="0"/>
                    </a:ln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4837800" y="1121900"/>
                <a:ext cx="397800" cy="396325"/>
              </a:xfrm>
              <a:custGeom>
                <a:rect b="b" l="l" r="r" t="t"/>
                <a:pathLst>
                  <a:path extrusionOk="0" h="15853" w="15912">
                    <a:moveTo>
                      <a:pt x="1588" y="1"/>
                    </a:moveTo>
                    <a:cubicBezTo>
                      <a:pt x="1413" y="1"/>
                      <a:pt x="1236" y="45"/>
                      <a:pt x="1068" y="141"/>
                    </a:cubicBezTo>
                    <a:cubicBezTo>
                      <a:pt x="901" y="208"/>
                      <a:pt x="734" y="341"/>
                      <a:pt x="567" y="508"/>
                    </a:cubicBezTo>
                    <a:cubicBezTo>
                      <a:pt x="400" y="641"/>
                      <a:pt x="300" y="842"/>
                      <a:pt x="200" y="1008"/>
                    </a:cubicBezTo>
                    <a:cubicBezTo>
                      <a:pt x="0" y="1475"/>
                      <a:pt x="67" y="2009"/>
                      <a:pt x="467" y="2376"/>
                    </a:cubicBezTo>
                    <a:lnTo>
                      <a:pt x="13977" y="15852"/>
                    </a:lnTo>
                    <a:cubicBezTo>
                      <a:pt x="13977" y="15352"/>
                      <a:pt x="14144" y="14852"/>
                      <a:pt x="14544" y="14451"/>
                    </a:cubicBezTo>
                    <a:cubicBezTo>
                      <a:pt x="14885" y="14049"/>
                      <a:pt x="15398" y="13847"/>
                      <a:pt x="15817" y="13847"/>
                    </a:cubicBezTo>
                    <a:cubicBezTo>
                      <a:pt x="15849" y="13847"/>
                      <a:pt x="15881" y="13849"/>
                      <a:pt x="15912" y="13851"/>
                    </a:cubicBezTo>
                    <a:lnTo>
                      <a:pt x="2435" y="375"/>
                    </a:lnTo>
                    <a:cubicBezTo>
                      <a:pt x="2201" y="140"/>
                      <a:pt x="1898" y="1"/>
                      <a:pt x="1588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4826125" y="1105400"/>
                <a:ext cx="432825" cy="432825"/>
              </a:xfrm>
              <a:custGeom>
                <a:rect b="b" l="l" r="r" t="t"/>
                <a:pathLst>
                  <a:path extrusionOk="0" h="17313" w="17313">
                    <a:moveTo>
                      <a:pt x="2035" y="1"/>
                    </a:moveTo>
                    <a:cubicBezTo>
                      <a:pt x="1501" y="34"/>
                      <a:pt x="1001" y="201"/>
                      <a:pt x="601" y="634"/>
                    </a:cubicBezTo>
                    <a:cubicBezTo>
                      <a:pt x="200" y="1001"/>
                      <a:pt x="0" y="1502"/>
                      <a:pt x="0" y="2035"/>
                    </a:cubicBezTo>
                    <a:cubicBezTo>
                      <a:pt x="0" y="2536"/>
                      <a:pt x="200" y="3103"/>
                      <a:pt x="634" y="3503"/>
                    </a:cubicBezTo>
                    <a:lnTo>
                      <a:pt x="14444" y="17313"/>
                    </a:lnTo>
                    <a:lnTo>
                      <a:pt x="14844" y="16879"/>
                    </a:lnTo>
                    <a:lnTo>
                      <a:pt x="968" y="3003"/>
                    </a:lnTo>
                    <a:cubicBezTo>
                      <a:pt x="601" y="2636"/>
                      <a:pt x="467" y="2102"/>
                      <a:pt x="701" y="1635"/>
                    </a:cubicBezTo>
                    <a:cubicBezTo>
                      <a:pt x="801" y="1468"/>
                      <a:pt x="934" y="1301"/>
                      <a:pt x="1101" y="1135"/>
                    </a:cubicBezTo>
                    <a:cubicBezTo>
                      <a:pt x="1201" y="968"/>
                      <a:pt x="1435" y="834"/>
                      <a:pt x="1601" y="768"/>
                    </a:cubicBezTo>
                    <a:cubicBezTo>
                      <a:pt x="1759" y="683"/>
                      <a:pt x="1934" y="642"/>
                      <a:pt x="2111" y="642"/>
                    </a:cubicBezTo>
                    <a:cubicBezTo>
                      <a:pt x="2420" y="642"/>
                      <a:pt x="2735" y="768"/>
                      <a:pt x="2969" y="1001"/>
                    </a:cubicBezTo>
                    <a:lnTo>
                      <a:pt x="16879" y="14844"/>
                    </a:lnTo>
                    <a:lnTo>
                      <a:pt x="17313" y="14411"/>
                    </a:lnTo>
                    <a:lnTo>
                      <a:pt x="3503" y="634"/>
                    </a:lnTo>
                    <a:cubicBezTo>
                      <a:pt x="3102" y="201"/>
                      <a:pt x="2602" y="1"/>
                      <a:pt x="2035" y="1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4871975" y="1152725"/>
                <a:ext cx="305250" cy="305450"/>
              </a:xfrm>
              <a:custGeom>
                <a:rect b="b" l="l" r="r" t="t"/>
                <a:pathLst>
                  <a:path extrusionOk="0" h="12218" w="12210">
                    <a:moveTo>
                      <a:pt x="259" y="1"/>
                    </a:moveTo>
                    <a:cubicBezTo>
                      <a:pt x="193" y="1"/>
                      <a:pt x="134" y="26"/>
                      <a:pt x="101" y="76"/>
                    </a:cubicBezTo>
                    <a:cubicBezTo>
                      <a:pt x="1" y="209"/>
                      <a:pt x="1" y="376"/>
                      <a:pt x="101" y="443"/>
                    </a:cubicBezTo>
                    <a:lnTo>
                      <a:pt x="11776" y="12118"/>
                    </a:lnTo>
                    <a:cubicBezTo>
                      <a:pt x="11809" y="12184"/>
                      <a:pt x="11868" y="12218"/>
                      <a:pt x="11934" y="12218"/>
                    </a:cubicBezTo>
                    <a:cubicBezTo>
                      <a:pt x="12001" y="12218"/>
                      <a:pt x="12076" y="12184"/>
                      <a:pt x="12143" y="12118"/>
                    </a:cubicBezTo>
                    <a:cubicBezTo>
                      <a:pt x="12210" y="11984"/>
                      <a:pt x="12210" y="11817"/>
                      <a:pt x="12143" y="11751"/>
                    </a:cubicBezTo>
                    <a:lnTo>
                      <a:pt x="468" y="76"/>
                    </a:lnTo>
                    <a:cubicBezTo>
                      <a:pt x="401" y="26"/>
                      <a:pt x="326" y="1"/>
                      <a:pt x="259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4830275" y="1192975"/>
                <a:ext cx="109275" cy="109250"/>
              </a:xfrm>
              <a:custGeom>
                <a:rect b="b" l="l" r="r" t="t"/>
                <a:pathLst>
                  <a:path extrusionOk="0" h="4370" w="4371">
                    <a:moveTo>
                      <a:pt x="3270" y="0"/>
                    </a:moveTo>
                    <a:lnTo>
                      <a:pt x="1" y="3269"/>
                    </a:lnTo>
                    <a:lnTo>
                      <a:pt x="1035" y="3336"/>
                    </a:lnTo>
                    <a:lnTo>
                      <a:pt x="1135" y="4370"/>
                    </a:lnTo>
                    <a:lnTo>
                      <a:pt x="4371" y="1134"/>
                    </a:lnTo>
                    <a:lnTo>
                      <a:pt x="3270" y="0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5192200" y="931950"/>
                <a:ext cx="247725" cy="247700"/>
              </a:xfrm>
              <a:custGeom>
                <a:rect b="b" l="l" r="r" t="t"/>
                <a:pathLst>
                  <a:path extrusionOk="0" h="9908" w="9909">
                    <a:moveTo>
                      <a:pt x="2002" y="0"/>
                    </a:moveTo>
                    <a:lnTo>
                      <a:pt x="1" y="2035"/>
                    </a:lnTo>
                    <a:lnTo>
                      <a:pt x="7907" y="9907"/>
                    </a:lnTo>
                    <a:lnTo>
                      <a:pt x="9908" y="7906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6" name="Google Shape;236;p6"/>
            <p:cNvSpPr/>
            <p:nvPr/>
          </p:nvSpPr>
          <p:spPr>
            <a:xfrm flipH="1">
              <a:off x="6852450" y="968638"/>
              <a:ext cx="272700" cy="273550"/>
            </a:xfrm>
            <a:custGeom>
              <a:rect b="b" l="l" r="r" t="t"/>
              <a:pathLst>
                <a:path extrusionOk="0" h="10942" w="10908">
                  <a:moveTo>
                    <a:pt x="5504" y="3336"/>
                  </a:moveTo>
                  <a:cubicBezTo>
                    <a:pt x="5771" y="3336"/>
                    <a:pt x="6004" y="3370"/>
                    <a:pt x="6204" y="3470"/>
                  </a:cubicBezTo>
                  <a:cubicBezTo>
                    <a:pt x="6305" y="3503"/>
                    <a:pt x="6371" y="3503"/>
                    <a:pt x="6438" y="3537"/>
                  </a:cubicBezTo>
                  <a:cubicBezTo>
                    <a:pt x="6872" y="3770"/>
                    <a:pt x="7205" y="4137"/>
                    <a:pt x="7439" y="4537"/>
                  </a:cubicBezTo>
                  <a:cubicBezTo>
                    <a:pt x="7472" y="4637"/>
                    <a:pt x="7505" y="4671"/>
                    <a:pt x="7505" y="4771"/>
                  </a:cubicBezTo>
                  <a:cubicBezTo>
                    <a:pt x="7572" y="4971"/>
                    <a:pt x="7639" y="5204"/>
                    <a:pt x="7639" y="5471"/>
                  </a:cubicBezTo>
                  <a:cubicBezTo>
                    <a:pt x="7639" y="5738"/>
                    <a:pt x="7572" y="5938"/>
                    <a:pt x="7505" y="6172"/>
                  </a:cubicBezTo>
                  <a:cubicBezTo>
                    <a:pt x="7472" y="6272"/>
                    <a:pt x="7472" y="6339"/>
                    <a:pt x="7439" y="6405"/>
                  </a:cubicBezTo>
                  <a:cubicBezTo>
                    <a:pt x="7205" y="6839"/>
                    <a:pt x="6838" y="7173"/>
                    <a:pt x="6438" y="7406"/>
                  </a:cubicBezTo>
                  <a:cubicBezTo>
                    <a:pt x="6338" y="7439"/>
                    <a:pt x="6305" y="7473"/>
                    <a:pt x="6204" y="7473"/>
                  </a:cubicBezTo>
                  <a:cubicBezTo>
                    <a:pt x="6004" y="7573"/>
                    <a:pt x="5771" y="7606"/>
                    <a:pt x="5504" y="7606"/>
                  </a:cubicBezTo>
                  <a:cubicBezTo>
                    <a:pt x="5270" y="7606"/>
                    <a:pt x="5004" y="7573"/>
                    <a:pt x="4803" y="7473"/>
                  </a:cubicBezTo>
                  <a:cubicBezTo>
                    <a:pt x="4703" y="7439"/>
                    <a:pt x="4637" y="7439"/>
                    <a:pt x="4603" y="7406"/>
                  </a:cubicBezTo>
                  <a:cubicBezTo>
                    <a:pt x="4136" y="7173"/>
                    <a:pt x="3803" y="6806"/>
                    <a:pt x="3603" y="6405"/>
                  </a:cubicBezTo>
                  <a:cubicBezTo>
                    <a:pt x="3536" y="6305"/>
                    <a:pt x="3503" y="6272"/>
                    <a:pt x="3503" y="6172"/>
                  </a:cubicBezTo>
                  <a:cubicBezTo>
                    <a:pt x="3436" y="5972"/>
                    <a:pt x="3369" y="5738"/>
                    <a:pt x="3369" y="5471"/>
                  </a:cubicBezTo>
                  <a:cubicBezTo>
                    <a:pt x="3369" y="5238"/>
                    <a:pt x="3436" y="4971"/>
                    <a:pt x="3503" y="4771"/>
                  </a:cubicBezTo>
                  <a:cubicBezTo>
                    <a:pt x="3536" y="4671"/>
                    <a:pt x="3536" y="4604"/>
                    <a:pt x="3603" y="4537"/>
                  </a:cubicBezTo>
                  <a:cubicBezTo>
                    <a:pt x="3803" y="4104"/>
                    <a:pt x="4170" y="3770"/>
                    <a:pt x="4603" y="3537"/>
                  </a:cubicBezTo>
                  <a:cubicBezTo>
                    <a:pt x="4670" y="3503"/>
                    <a:pt x="4703" y="3470"/>
                    <a:pt x="4803" y="3470"/>
                  </a:cubicBezTo>
                  <a:cubicBezTo>
                    <a:pt x="5004" y="3370"/>
                    <a:pt x="5270" y="3336"/>
                    <a:pt x="5504" y="3336"/>
                  </a:cubicBezTo>
                  <a:close/>
                  <a:moveTo>
                    <a:pt x="4937" y="1"/>
                  </a:moveTo>
                  <a:cubicBezTo>
                    <a:pt x="4703" y="1"/>
                    <a:pt x="4503" y="168"/>
                    <a:pt x="4503" y="434"/>
                  </a:cubicBezTo>
                  <a:lnTo>
                    <a:pt x="4503" y="1468"/>
                  </a:lnTo>
                  <a:cubicBezTo>
                    <a:pt x="4036" y="1535"/>
                    <a:pt x="3669" y="1769"/>
                    <a:pt x="3302" y="1969"/>
                  </a:cubicBezTo>
                  <a:lnTo>
                    <a:pt x="2602" y="1268"/>
                  </a:lnTo>
                  <a:cubicBezTo>
                    <a:pt x="2519" y="1185"/>
                    <a:pt x="2410" y="1143"/>
                    <a:pt x="2302" y="1143"/>
                  </a:cubicBezTo>
                  <a:cubicBezTo>
                    <a:pt x="2193" y="1143"/>
                    <a:pt x="2085" y="1185"/>
                    <a:pt x="2001" y="1268"/>
                  </a:cubicBezTo>
                  <a:lnTo>
                    <a:pt x="1268" y="2002"/>
                  </a:lnTo>
                  <a:cubicBezTo>
                    <a:pt x="1101" y="2169"/>
                    <a:pt x="1101" y="2436"/>
                    <a:pt x="1268" y="2603"/>
                  </a:cubicBezTo>
                  <a:lnTo>
                    <a:pt x="1968" y="3303"/>
                  </a:lnTo>
                  <a:cubicBezTo>
                    <a:pt x="1701" y="3670"/>
                    <a:pt x="1534" y="4104"/>
                    <a:pt x="1468" y="4504"/>
                  </a:cubicBezTo>
                  <a:lnTo>
                    <a:pt x="434" y="4504"/>
                  </a:lnTo>
                  <a:cubicBezTo>
                    <a:pt x="200" y="4504"/>
                    <a:pt x="0" y="4671"/>
                    <a:pt x="0" y="4938"/>
                  </a:cubicBezTo>
                  <a:lnTo>
                    <a:pt x="0" y="6005"/>
                  </a:lnTo>
                  <a:cubicBezTo>
                    <a:pt x="0" y="6239"/>
                    <a:pt x="167" y="6439"/>
                    <a:pt x="434" y="6439"/>
                  </a:cubicBezTo>
                  <a:lnTo>
                    <a:pt x="1468" y="6439"/>
                  </a:lnTo>
                  <a:cubicBezTo>
                    <a:pt x="1534" y="6872"/>
                    <a:pt x="1768" y="7273"/>
                    <a:pt x="1968" y="7640"/>
                  </a:cubicBezTo>
                  <a:lnTo>
                    <a:pt x="1268" y="8340"/>
                  </a:lnTo>
                  <a:cubicBezTo>
                    <a:pt x="1101" y="8507"/>
                    <a:pt x="1101" y="8774"/>
                    <a:pt x="1268" y="8941"/>
                  </a:cubicBezTo>
                  <a:lnTo>
                    <a:pt x="2001" y="9674"/>
                  </a:lnTo>
                  <a:cubicBezTo>
                    <a:pt x="2085" y="9758"/>
                    <a:pt x="2193" y="9799"/>
                    <a:pt x="2302" y="9799"/>
                  </a:cubicBezTo>
                  <a:cubicBezTo>
                    <a:pt x="2410" y="9799"/>
                    <a:pt x="2519" y="9758"/>
                    <a:pt x="2602" y="9674"/>
                  </a:cubicBezTo>
                  <a:lnTo>
                    <a:pt x="3302" y="8974"/>
                  </a:lnTo>
                  <a:cubicBezTo>
                    <a:pt x="3669" y="9241"/>
                    <a:pt x="4103" y="9408"/>
                    <a:pt x="4503" y="9474"/>
                  </a:cubicBezTo>
                  <a:lnTo>
                    <a:pt x="4503" y="10508"/>
                  </a:lnTo>
                  <a:cubicBezTo>
                    <a:pt x="4503" y="10742"/>
                    <a:pt x="4670" y="10942"/>
                    <a:pt x="4937" y="10942"/>
                  </a:cubicBezTo>
                  <a:lnTo>
                    <a:pt x="6004" y="10942"/>
                  </a:lnTo>
                  <a:cubicBezTo>
                    <a:pt x="6204" y="10942"/>
                    <a:pt x="6438" y="10775"/>
                    <a:pt x="6438" y="10508"/>
                  </a:cubicBezTo>
                  <a:lnTo>
                    <a:pt x="6438" y="9474"/>
                  </a:lnTo>
                  <a:cubicBezTo>
                    <a:pt x="6872" y="9408"/>
                    <a:pt x="7272" y="9174"/>
                    <a:pt x="7639" y="8974"/>
                  </a:cubicBezTo>
                  <a:lnTo>
                    <a:pt x="8339" y="9674"/>
                  </a:lnTo>
                  <a:cubicBezTo>
                    <a:pt x="8423" y="9758"/>
                    <a:pt x="8531" y="9799"/>
                    <a:pt x="8635" y="9799"/>
                  </a:cubicBezTo>
                  <a:cubicBezTo>
                    <a:pt x="8740" y="9799"/>
                    <a:pt x="8840" y="9758"/>
                    <a:pt x="8906" y="9674"/>
                  </a:cubicBezTo>
                  <a:lnTo>
                    <a:pt x="9674" y="8941"/>
                  </a:lnTo>
                  <a:cubicBezTo>
                    <a:pt x="9840" y="8774"/>
                    <a:pt x="9840" y="8507"/>
                    <a:pt x="9674" y="8340"/>
                  </a:cubicBezTo>
                  <a:lnTo>
                    <a:pt x="8973" y="7640"/>
                  </a:lnTo>
                  <a:cubicBezTo>
                    <a:pt x="9207" y="7273"/>
                    <a:pt x="9373" y="6839"/>
                    <a:pt x="9473" y="6439"/>
                  </a:cubicBezTo>
                  <a:lnTo>
                    <a:pt x="10508" y="6439"/>
                  </a:lnTo>
                  <a:cubicBezTo>
                    <a:pt x="10708" y="6439"/>
                    <a:pt x="10908" y="6272"/>
                    <a:pt x="10908" y="6005"/>
                  </a:cubicBezTo>
                  <a:lnTo>
                    <a:pt x="10908" y="4938"/>
                  </a:lnTo>
                  <a:cubicBezTo>
                    <a:pt x="10874" y="4671"/>
                    <a:pt x="10708" y="4504"/>
                    <a:pt x="10474" y="4504"/>
                  </a:cubicBezTo>
                  <a:lnTo>
                    <a:pt x="9440" y="4504"/>
                  </a:lnTo>
                  <a:cubicBezTo>
                    <a:pt x="9340" y="4070"/>
                    <a:pt x="9140" y="3670"/>
                    <a:pt x="8940" y="3303"/>
                  </a:cubicBezTo>
                  <a:lnTo>
                    <a:pt x="9640" y="2603"/>
                  </a:lnTo>
                  <a:cubicBezTo>
                    <a:pt x="9807" y="2436"/>
                    <a:pt x="9807" y="2169"/>
                    <a:pt x="9640" y="2002"/>
                  </a:cubicBezTo>
                  <a:lnTo>
                    <a:pt x="8873" y="1268"/>
                  </a:lnTo>
                  <a:cubicBezTo>
                    <a:pt x="8790" y="1185"/>
                    <a:pt x="8690" y="1143"/>
                    <a:pt x="8590" y="1143"/>
                  </a:cubicBezTo>
                  <a:cubicBezTo>
                    <a:pt x="8489" y="1143"/>
                    <a:pt x="8389" y="1185"/>
                    <a:pt x="8306" y="1268"/>
                  </a:cubicBezTo>
                  <a:lnTo>
                    <a:pt x="7605" y="1969"/>
                  </a:lnTo>
                  <a:cubicBezTo>
                    <a:pt x="7205" y="1702"/>
                    <a:pt x="6805" y="1535"/>
                    <a:pt x="6371" y="1468"/>
                  </a:cubicBezTo>
                  <a:lnTo>
                    <a:pt x="6371" y="434"/>
                  </a:lnTo>
                  <a:cubicBezTo>
                    <a:pt x="6371" y="201"/>
                    <a:pt x="6204" y="1"/>
                    <a:pt x="5971" y="1"/>
                  </a:cubicBez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 flipH="1">
              <a:off x="7243650" y="918600"/>
              <a:ext cx="373625" cy="373625"/>
            </a:xfrm>
            <a:custGeom>
              <a:rect b="b" l="l" r="r" t="t"/>
              <a:pathLst>
                <a:path extrusionOk="0" h="14945" w="14945">
                  <a:moveTo>
                    <a:pt x="7473" y="3570"/>
                  </a:moveTo>
                  <a:cubicBezTo>
                    <a:pt x="9608" y="3570"/>
                    <a:pt x="11375" y="5305"/>
                    <a:pt x="11375" y="7440"/>
                  </a:cubicBezTo>
                  <a:cubicBezTo>
                    <a:pt x="11375" y="9574"/>
                    <a:pt x="9641" y="11309"/>
                    <a:pt x="7473" y="11309"/>
                  </a:cubicBezTo>
                  <a:cubicBezTo>
                    <a:pt x="5338" y="11309"/>
                    <a:pt x="3603" y="9574"/>
                    <a:pt x="3603" y="7440"/>
                  </a:cubicBezTo>
                  <a:cubicBezTo>
                    <a:pt x="3603" y="5305"/>
                    <a:pt x="5338" y="3570"/>
                    <a:pt x="7473" y="3570"/>
                  </a:cubicBezTo>
                  <a:close/>
                  <a:moveTo>
                    <a:pt x="7473" y="1"/>
                  </a:moveTo>
                  <a:cubicBezTo>
                    <a:pt x="7006" y="1"/>
                    <a:pt x="6605" y="635"/>
                    <a:pt x="6138" y="735"/>
                  </a:cubicBezTo>
                  <a:cubicBezTo>
                    <a:pt x="6102" y="740"/>
                    <a:pt x="6064" y="742"/>
                    <a:pt x="6026" y="742"/>
                  </a:cubicBezTo>
                  <a:cubicBezTo>
                    <a:pt x="5677" y="742"/>
                    <a:pt x="5271" y="545"/>
                    <a:pt x="4920" y="545"/>
                  </a:cubicBezTo>
                  <a:cubicBezTo>
                    <a:pt x="4821" y="545"/>
                    <a:pt x="4726" y="561"/>
                    <a:pt x="4637" y="601"/>
                  </a:cubicBezTo>
                  <a:cubicBezTo>
                    <a:pt x="4237" y="768"/>
                    <a:pt x="4070" y="1502"/>
                    <a:pt x="3670" y="1769"/>
                  </a:cubicBezTo>
                  <a:cubicBezTo>
                    <a:pt x="3303" y="2002"/>
                    <a:pt x="2569" y="1902"/>
                    <a:pt x="2236" y="2236"/>
                  </a:cubicBezTo>
                  <a:cubicBezTo>
                    <a:pt x="1902" y="2569"/>
                    <a:pt x="2002" y="3270"/>
                    <a:pt x="1769" y="3670"/>
                  </a:cubicBezTo>
                  <a:cubicBezTo>
                    <a:pt x="1502" y="4070"/>
                    <a:pt x="768" y="4237"/>
                    <a:pt x="601" y="4638"/>
                  </a:cubicBezTo>
                  <a:cubicBezTo>
                    <a:pt x="434" y="5071"/>
                    <a:pt x="835" y="5672"/>
                    <a:pt x="735" y="6139"/>
                  </a:cubicBezTo>
                  <a:cubicBezTo>
                    <a:pt x="634" y="6606"/>
                    <a:pt x="1" y="7006"/>
                    <a:pt x="1" y="7473"/>
                  </a:cubicBezTo>
                  <a:cubicBezTo>
                    <a:pt x="1" y="7940"/>
                    <a:pt x="634" y="8340"/>
                    <a:pt x="735" y="8807"/>
                  </a:cubicBezTo>
                  <a:cubicBezTo>
                    <a:pt x="801" y="9274"/>
                    <a:pt x="401" y="9908"/>
                    <a:pt x="601" y="10308"/>
                  </a:cubicBezTo>
                  <a:cubicBezTo>
                    <a:pt x="768" y="10742"/>
                    <a:pt x="1502" y="10909"/>
                    <a:pt x="1769" y="11276"/>
                  </a:cubicBezTo>
                  <a:cubicBezTo>
                    <a:pt x="2002" y="11643"/>
                    <a:pt x="1902" y="12410"/>
                    <a:pt x="2236" y="12743"/>
                  </a:cubicBezTo>
                  <a:cubicBezTo>
                    <a:pt x="2569" y="13077"/>
                    <a:pt x="3270" y="12944"/>
                    <a:pt x="3670" y="13177"/>
                  </a:cubicBezTo>
                  <a:cubicBezTo>
                    <a:pt x="4070" y="13444"/>
                    <a:pt x="4237" y="14178"/>
                    <a:pt x="4637" y="14345"/>
                  </a:cubicBezTo>
                  <a:cubicBezTo>
                    <a:pt x="4714" y="14374"/>
                    <a:pt x="4797" y="14386"/>
                    <a:pt x="4883" y="14386"/>
                  </a:cubicBezTo>
                  <a:cubicBezTo>
                    <a:pt x="5209" y="14386"/>
                    <a:pt x="5587" y="14217"/>
                    <a:pt x="5924" y="14217"/>
                  </a:cubicBezTo>
                  <a:cubicBezTo>
                    <a:pt x="5998" y="14217"/>
                    <a:pt x="6070" y="14225"/>
                    <a:pt x="6138" y="14244"/>
                  </a:cubicBezTo>
                  <a:cubicBezTo>
                    <a:pt x="6605" y="14311"/>
                    <a:pt x="7006" y="14945"/>
                    <a:pt x="7473" y="14945"/>
                  </a:cubicBezTo>
                  <a:cubicBezTo>
                    <a:pt x="7973" y="14945"/>
                    <a:pt x="8407" y="14311"/>
                    <a:pt x="8807" y="14244"/>
                  </a:cubicBezTo>
                  <a:cubicBezTo>
                    <a:pt x="8860" y="14233"/>
                    <a:pt x="8916" y="14228"/>
                    <a:pt x="8973" y="14228"/>
                  </a:cubicBezTo>
                  <a:cubicBezTo>
                    <a:pt x="9313" y="14228"/>
                    <a:pt x="9709" y="14401"/>
                    <a:pt x="10035" y="14401"/>
                  </a:cubicBezTo>
                  <a:cubicBezTo>
                    <a:pt x="10134" y="14401"/>
                    <a:pt x="10226" y="14386"/>
                    <a:pt x="10308" y="14345"/>
                  </a:cubicBezTo>
                  <a:cubicBezTo>
                    <a:pt x="10775" y="14178"/>
                    <a:pt x="10908" y="13444"/>
                    <a:pt x="11275" y="13177"/>
                  </a:cubicBezTo>
                  <a:cubicBezTo>
                    <a:pt x="11642" y="12944"/>
                    <a:pt x="12410" y="13077"/>
                    <a:pt x="12743" y="12743"/>
                  </a:cubicBezTo>
                  <a:cubicBezTo>
                    <a:pt x="13077" y="12410"/>
                    <a:pt x="12943" y="11676"/>
                    <a:pt x="13210" y="11276"/>
                  </a:cubicBezTo>
                  <a:cubicBezTo>
                    <a:pt x="13444" y="10875"/>
                    <a:pt x="14177" y="10742"/>
                    <a:pt x="14378" y="10308"/>
                  </a:cubicBezTo>
                  <a:cubicBezTo>
                    <a:pt x="14578" y="9908"/>
                    <a:pt x="14144" y="9274"/>
                    <a:pt x="14244" y="8807"/>
                  </a:cubicBezTo>
                  <a:cubicBezTo>
                    <a:pt x="14311" y="8340"/>
                    <a:pt x="14945" y="7940"/>
                    <a:pt x="14945" y="7473"/>
                  </a:cubicBezTo>
                  <a:cubicBezTo>
                    <a:pt x="14945" y="7006"/>
                    <a:pt x="14311" y="6606"/>
                    <a:pt x="14244" y="6139"/>
                  </a:cubicBezTo>
                  <a:cubicBezTo>
                    <a:pt x="14144" y="5672"/>
                    <a:pt x="14578" y="5071"/>
                    <a:pt x="14378" y="4638"/>
                  </a:cubicBezTo>
                  <a:cubicBezTo>
                    <a:pt x="14211" y="4237"/>
                    <a:pt x="13444" y="4070"/>
                    <a:pt x="13210" y="3670"/>
                  </a:cubicBezTo>
                  <a:cubicBezTo>
                    <a:pt x="12943" y="3303"/>
                    <a:pt x="13077" y="2569"/>
                    <a:pt x="12743" y="2236"/>
                  </a:cubicBezTo>
                  <a:cubicBezTo>
                    <a:pt x="12410" y="1902"/>
                    <a:pt x="11676" y="2002"/>
                    <a:pt x="11275" y="1769"/>
                  </a:cubicBezTo>
                  <a:cubicBezTo>
                    <a:pt x="10908" y="1502"/>
                    <a:pt x="10742" y="768"/>
                    <a:pt x="10308" y="601"/>
                  </a:cubicBezTo>
                  <a:cubicBezTo>
                    <a:pt x="10237" y="572"/>
                    <a:pt x="10160" y="560"/>
                    <a:pt x="10077" y="560"/>
                  </a:cubicBezTo>
                  <a:cubicBezTo>
                    <a:pt x="9743" y="560"/>
                    <a:pt x="9327" y="751"/>
                    <a:pt x="8972" y="751"/>
                  </a:cubicBezTo>
                  <a:cubicBezTo>
                    <a:pt x="8915" y="751"/>
                    <a:pt x="8860" y="746"/>
                    <a:pt x="8807" y="735"/>
                  </a:cubicBezTo>
                  <a:cubicBezTo>
                    <a:pt x="8340" y="635"/>
                    <a:pt x="7940" y="1"/>
                    <a:pt x="7473" y="1"/>
                  </a:cubicBezTo>
                  <a:close/>
                </a:path>
              </a:pathLst>
            </a:custGeom>
            <a:solidFill>
              <a:srgbClr val="7D8E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6"/>
            <p:cNvGrpSpPr/>
            <p:nvPr/>
          </p:nvGrpSpPr>
          <p:grpSpPr>
            <a:xfrm flipH="1">
              <a:off x="5641425" y="1242188"/>
              <a:ext cx="653825" cy="649675"/>
              <a:chOff x="5322300" y="1614925"/>
              <a:chExt cx="653825" cy="649675"/>
            </a:xfrm>
          </p:grpSpPr>
          <p:sp>
            <p:nvSpPr>
              <p:cNvPr id="239" name="Google Shape;239;p6"/>
              <p:cNvSpPr/>
              <p:nvPr/>
            </p:nvSpPr>
            <p:spPr>
              <a:xfrm>
                <a:off x="5686725" y="1978525"/>
                <a:ext cx="159300" cy="159300"/>
              </a:xfrm>
              <a:custGeom>
                <a:rect b="b" l="l" r="r" t="t"/>
                <a:pathLst>
                  <a:path extrusionOk="0" h="6372" w="6372">
                    <a:moveTo>
                      <a:pt x="1535" y="1"/>
                    </a:moveTo>
                    <a:lnTo>
                      <a:pt x="1" y="1535"/>
                    </a:lnTo>
                    <a:lnTo>
                      <a:pt x="4838" y="6372"/>
                    </a:lnTo>
                    <a:lnTo>
                      <a:pt x="6372" y="4837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5751775" y="2044400"/>
                <a:ext cx="224350" cy="220200"/>
              </a:xfrm>
              <a:custGeom>
                <a:rect b="b" l="l" r="r" t="t"/>
                <a:pathLst>
                  <a:path extrusionOk="0" h="8808" w="8974">
                    <a:moveTo>
                      <a:pt x="2369" y="1"/>
                    </a:moveTo>
                    <a:lnTo>
                      <a:pt x="1" y="2402"/>
                    </a:lnTo>
                    <a:lnTo>
                      <a:pt x="5938" y="8307"/>
                    </a:lnTo>
                    <a:cubicBezTo>
                      <a:pt x="6272" y="8640"/>
                      <a:pt x="6705" y="8807"/>
                      <a:pt x="7135" y="8807"/>
                    </a:cubicBezTo>
                    <a:cubicBezTo>
                      <a:pt x="7564" y="8807"/>
                      <a:pt x="7990" y="8640"/>
                      <a:pt x="8307" y="8307"/>
                    </a:cubicBezTo>
                    <a:cubicBezTo>
                      <a:pt x="8974" y="7640"/>
                      <a:pt x="8974" y="6572"/>
                      <a:pt x="8307" y="5938"/>
                    </a:cubicBez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5322300" y="1614925"/>
                <a:ext cx="473700" cy="473700"/>
              </a:xfrm>
              <a:custGeom>
                <a:rect b="b" l="l" r="r" t="t"/>
                <a:pathLst>
                  <a:path extrusionOk="0" h="18948" w="18948">
                    <a:moveTo>
                      <a:pt x="9474" y="1"/>
                    </a:moveTo>
                    <a:cubicBezTo>
                      <a:pt x="4237" y="1"/>
                      <a:pt x="1" y="4237"/>
                      <a:pt x="1" y="9474"/>
                    </a:cubicBezTo>
                    <a:cubicBezTo>
                      <a:pt x="1" y="14711"/>
                      <a:pt x="4237" y="18948"/>
                      <a:pt x="9474" y="18948"/>
                    </a:cubicBezTo>
                    <a:cubicBezTo>
                      <a:pt x="14678" y="18948"/>
                      <a:pt x="18948" y="14711"/>
                      <a:pt x="18948" y="9474"/>
                    </a:cubicBezTo>
                    <a:cubicBezTo>
                      <a:pt x="18948" y="4237"/>
                      <a:pt x="14678" y="1"/>
                      <a:pt x="9474" y="1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5391525" y="1684150"/>
                <a:ext cx="335250" cy="335250"/>
              </a:xfrm>
              <a:custGeom>
                <a:rect b="b" l="l" r="r" t="t"/>
                <a:pathLst>
                  <a:path extrusionOk="0" h="13410" w="13410">
                    <a:moveTo>
                      <a:pt x="6705" y="0"/>
                    </a:moveTo>
                    <a:cubicBezTo>
                      <a:pt x="3002" y="0"/>
                      <a:pt x="0" y="3003"/>
                      <a:pt x="0" y="6705"/>
                    </a:cubicBezTo>
                    <a:cubicBezTo>
                      <a:pt x="0" y="10408"/>
                      <a:pt x="3002" y="13410"/>
                      <a:pt x="6705" y="13410"/>
                    </a:cubicBezTo>
                    <a:cubicBezTo>
                      <a:pt x="10408" y="13410"/>
                      <a:pt x="13410" y="10408"/>
                      <a:pt x="13410" y="6705"/>
                    </a:cubicBezTo>
                    <a:cubicBezTo>
                      <a:pt x="13410" y="3003"/>
                      <a:pt x="10408" y="0"/>
                      <a:pt x="6705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5488250" y="1724800"/>
                <a:ext cx="54225" cy="49650"/>
              </a:xfrm>
              <a:custGeom>
                <a:rect b="b" l="l" r="r" t="t"/>
                <a:pathLst>
                  <a:path extrusionOk="0" h="1986" w="2169">
                    <a:moveTo>
                      <a:pt x="1060" y="1"/>
                    </a:moveTo>
                    <a:cubicBezTo>
                      <a:pt x="801" y="1"/>
                      <a:pt x="551" y="92"/>
                      <a:pt x="368" y="276"/>
                    </a:cubicBezTo>
                    <a:cubicBezTo>
                      <a:pt x="1" y="709"/>
                      <a:pt x="1" y="1343"/>
                      <a:pt x="368" y="1710"/>
                    </a:cubicBezTo>
                    <a:cubicBezTo>
                      <a:pt x="585" y="1894"/>
                      <a:pt x="843" y="1985"/>
                      <a:pt x="1097" y="1985"/>
                    </a:cubicBezTo>
                    <a:cubicBezTo>
                      <a:pt x="1352" y="1985"/>
                      <a:pt x="1602" y="1894"/>
                      <a:pt x="1802" y="1710"/>
                    </a:cubicBezTo>
                    <a:cubicBezTo>
                      <a:pt x="2169" y="1276"/>
                      <a:pt x="2169" y="676"/>
                      <a:pt x="1802" y="276"/>
                    </a:cubicBezTo>
                    <a:cubicBezTo>
                      <a:pt x="1585" y="92"/>
                      <a:pt x="1318" y="1"/>
                      <a:pt x="1060" y="1"/>
                    </a:cubicBezTo>
                    <a:close/>
                  </a:path>
                </a:pathLst>
              </a:custGeom>
              <a:solidFill>
                <a:srgbClr val="FFFFFF">
                  <a:alpha val="4235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5572475" y="1729175"/>
                <a:ext cx="40050" cy="35675"/>
              </a:xfrm>
              <a:custGeom>
                <a:rect b="b" l="l" r="r" t="t"/>
                <a:pathLst>
                  <a:path extrusionOk="0" h="1427" w="1602">
                    <a:moveTo>
                      <a:pt x="814" y="1"/>
                    </a:moveTo>
                    <a:cubicBezTo>
                      <a:pt x="635" y="1"/>
                      <a:pt x="451" y="67"/>
                      <a:pt x="301" y="201"/>
                    </a:cubicBezTo>
                    <a:cubicBezTo>
                      <a:pt x="1" y="501"/>
                      <a:pt x="1" y="901"/>
                      <a:pt x="301" y="1202"/>
                    </a:cubicBezTo>
                    <a:cubicBezTo>
                      <a:pt x="451" y="1352"/>
                      <a:pt x="626" y="1427"/>
                      <a:pt x="801" y="1427"/>
                    </a:cubicBezTo>
                    <a:cubicBezTo>
                      <a:pt x="977" y="1427"/>
                      <a:pt x="1152" y="1352"/>
                      <a:pt x="1302" y="1202"/>
                    </a:cubicBezTo>
                    <a:cubicBezTo>
                      <a:pt x="1602" y="901"/>
                      <a:pt x="1602" y="468"/>
                      <a:pt x="1302" y="201"/>
                    </a:cubicBezTo>
                    <a:cubicBezTo>
                      <a:pt x="1168" y="67"/>
                      <a:pt x="993" y="1"/>
                      <a:pt x="814" y="1"/>
                    </a:cubicBezTo>
                    <a:close/>
                  </a:path>
                </a:pathLst>
              </a:custGeom>
              <a:solidFill>
                <a:srgbClr val="FFFFFF">
                  <a:alpha val="4235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6"/>
            <p:cNvGrpSpPr/>
            <p:nvPr/>
          </p:nvGrpSpPr>
          <p:grpSpPr>
            <a:xfrm>
              <a:off x="5341350" y="3745550"/>
              <a:ext cx="653825" cy="649675"/>
              <a:chOff x="5322300" y="1614925"/>
              <a:chExt cx="653825" cy="649675"/>
            </a:xfrm>
          </p:grpSpPr>
          <p:sp>
            <p:nvSpPr>
              <p:cNvPr id="246" name="Google Shape;246;p6"/>
              <p:cNvSpPr/>
              <p:nvPr/>
            </p:nvSpPr>
            <p:spPr>
              <a:xfrm>
                <a:off x="5686725" y="1978525"/>
                <a:ext cx="159300" cy="159300"/>
              </a:xfrm>
              <a:custGeom>
                <a:rect b="b" l="l" r="r" t="t"/>
                <a:pathLst>
                  <a:path extrusionOk="0" h="6372" w="6372">
                    <a:moveTo>
                      <a:pt x="1535" y="1"/>
                    </a:moveTo>
                    <a:lnTo>
                      <a:pt x="1" y="1535"/>
                    </a:lnTo>
                    <a:lnTo>
                      <a:pt x="4838" y="6372"/>
                    </a:lnTo>
                    <a:lnTo>
                      <a:pt x="6372" y="4837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5751775" y="2044400"/>
                <a:ext cx="224350" cy="220200"/>
              </a:xfrm>
              <a:custGeom>
                <a:rect b="b" l="l" r="r" t="t"/>
                <a:pathLst>
                  <a:path extrusionOk="0" h="8808" w="8974">
                    <a:moveTo>
                      <a:pt x="2369" y="1"/>
                    </a:moveTo>
                    <a:lnTo>
                      <a:pt x="1" y="2402"/>
                    </a:lnTo>
                    <a:lnTo>
                      <a:pt x="5938" y="8307"/>
                    </a:lnTo>
                    <a:cubicBezTo>
                      <a:pt x="6272" y="8640"/>
                      <a:pt x="6705" y="8807"/>
                      <a:pt x="7135" y="8807"/>
                    </a:cubicBezTo>
                    <a:cubicBezTo>
                      <a:pt x="7564" y="8807"/>
                      <a:pt x="7990" y="8640"/>
                      <a:pt x="8307" y="8307"/>
                    </a:cubicBezTo>
                    <a:cubicBezTo>
                      <a:pt x="8974" y="7640"/>
                      <a:pt x="8974" y="6572"/>
                      <a:pt x="8307" y="5938"/>
                    </a:cubicBez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5322300" y="1614925"/>
                <a:ext cx="473700" cy="473700"/>
              </a:xfrm>
              <a:custGeom>
                <a:rect b="b" l="l" r="r" t="t"/>
                <a:pathLst>
                  <a:path extrusionOk="0" h="18948" w="18948">
                    <a:moveTo>
                      <a:pt x="9474" y="1"/>
                    </a:moveTo>
                    <a:cubicBezTo>
                      <a:pt x="4237" y="1"/>
                      <a:pt x="1" y="4237"/>
                      <a:pt x="1" y="9474"/>
                    </a:cubicBezTo>
                    <a:cubicBezTo>
                      <a:pt x="1" y="14711"/>
                      <a:pt x="4237" y="18948"/>
                      <a:pt x="9474" y="18948"/>
                    </a:cubicBezTo>
                    <a:cubicBezTo>
                      <a:pt x="14678" y="18948"/>
                      <a:pt x="18948" y="14711"/>
                      <a:pt x="18948" y="9474"/>
                    </a:cubicBezTo>
                    <a:cubicBezTo>
                      <a:pt x="18948" y="4237"/>
                      <a:pt x="14678" y="1"/>
                      <a:pt x="9474" y="1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5391525" y="1684150"/>
                <a:ext cx="335250" cy="335250"/>
              </a:xfrm>
              <a:custGeom>
                <a:rect b="b" l="l" r="r" t="t"/>
                <a:pathLst>
                  <a:path extrusionOk="0" h="13410" w="13410">
                    <a:moveTo>
                      <a:pt x="6705" y="0"/>
                    </a:moveTo>
                    <a:cubicBezTo>
                      <a:pt x="3002" y="0"/>
                      <a:pt x="0" y="3003"/>
                      <a:pt x="0" y="6705"/>
                    </a:cubicBezTo>
                    <a:cubicBezTo>
                      <a:pt x="0" y="10408"/>
                      <a:pt x="3002" y="13410"/>
                      <a:pt x="6705" y="13410"/>
                    </a:cubicBezTo>
                    <a:cubicBezTo>
                      <a:pt x="10408" y="13410"/>
                      <a:pt x="13410" y="10408"/>
                      <a:pt x="13410" y="6705"/>
                    </a:cubicBezTo>
                    <a:cubicBezTo>
                      <a:pt x="13410" y="3003"/>
                      <a:pt x="10408" y="0"/>
                      <a:pt x="6705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5488250" y="1724800"/>
                <a:ext cx="54225" cy="49650"/>
              </a:xfrm>
              <a:custGeom>
                <a:rect b="b" l="l" r="r" t="t"/>
                <a:pathLst>
                  <a:path extrusionOk="0" h="1986" w="2169">
                    <a:moveTo>
                      <a:pt x="1060" y="1"/>
                    </a:moveTo>
                    <a:cubicBezTo>
                      <a:pt x="801" y="1"/>
                      <a:pt x="551" y="92"/>
                      <a:pt x="368" y="276"/>
                    </a:cubicBezTo>
                    <a:cubicBezTo>
                      <a:pt x="1" y="709"/>
                      <a:pt x="1" y="1343"/>
                      <a:pt x="368" y="1710"/>
                    </a:cubicBezTo>
                    <a:cubicBezTo>
                      <a:pt x="585" y="1894"/>
                      <a:pt x="843" y="1985"/>
                      <a:pt x="1097" y="1985"/>
                    </a:cubicBezTo>
                    <a:cubicBezTo>
                      <a:pt x="1352" y="1985"/>
                      <a:pt x="1602" y="1894"/>
                      <a:pt x="1802" y="1710"/>
                    </a:cubicBezTo>
                    <a:cubicBezTo>
                      <a:pt x="2169" y="1276"/>
                      <a:pt x="2169" y="676"/>
                      <a:pt x="1802" y="276"/>
                    </a:cubicBezTo>
                    <a:cubicBezTo>
                      <a:pt x="1585" y="92"/>
                      <a:pt x="1318" y="1"/>
                      <a:pt x="1060" y="1"/>
                    </a:cubicBezTo>
                    <a:close/>
                  </a:path>
                </a:pathLst>
              </a:custGeom>
              <a:solidFill>
                <a:srgbClr val="FFFFFF">
                  <a:alpha val="4235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5572475" y="1729175"/>
                <a:ext cx="40050" cy="35675"/>
              </a:xfrm>
              <a:custGeom>
                <a:rect b="b" l="l" r="r" t="t"/>
                <a:pathLst>
                  <a:path extrusionOk="0" h="1427" w="1602">
                    <a:moveTo>
                      <a:pt x="814" y="1"/>
                    </a:moveTo>
                    <a:cubicBezTo>
                      <a:pt x="635" y="1"/>
                      <a:pt x="451" y="67"/>
                      <a:pt x="301" y="201"/>
                    </a:cubicBezTo>
                    <a:cubicBezTo>
                      <a:pt x="1" y="501"/>
                      <a:pt x="1" y="901"/>
                      <a:pt x="301" y="1202"/>
                    </a:cubicBezTo>
                    <a:cubicBezTo>
                      <a:pt x="451" y="1352"/>
                      <a:pt x="626" y="1427"/>
                      <a:pt x="801" y="1427"/>
                    </a:cubicBezTo>
                    <a:cubicBezTo>
                      <a:pt x="977" y="1427"/>
                      <a:pt x="1152" y="1352"/>
                      <a:pt x="1302" y="1202"/>
                    </a:cubicBezTo>
                    <a:cubicBezTo>
                      <a:pt x="1602" y="901"/>
                      <a:pt x="1602" y="468"/>
                      <a:pt x="1302" y="201"/>
                    </a:cubicBezTo>
                    <a:cubicBezTo>
                      <a:pt x="1168" y="67"/>
                      <a:pt x="993" y="1"/>
                      <a:pt x="814" y="1"/>
                    </a:cubicBezTo>
                    <a:close/>
                  </a:path>
                </a:pathLst>
              </a:custGeom>
              <a:solidFill>
                <a:srgbClr val="FFFFFF">
                  <a:alpha val="4235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2" name="Google Shape;252;p6"/>
            <p:cNvSpPr/>
            <p:nvPr/>
          </p:nvSpPr>
          <p:spPr>
            <a:xfrm>
              <a:off x="7823225" y="3661350"/>
              <a:ext cx="447850" cy="663825"/>
            </a:xfrm>
            <a:custGeom>
              <a:rect b="b" l="l" r="r" t="t"/>
              <a:pathLst>
                <a:path extrusionOk="0" h="26553" w="17914">
                  <a:moveTo>
                    <a:pt x="13911" y="0"/>
                  </a:moveTo>
                  <a:lnTo>
                    <a:pt x="1" y="13076"/>
                  </a:lnTo>
                  <a:lnTo>
                    <a:pt x="8807" y="15411"/>
                  </a:lnTo>
                  <a:lnTo>
                    <a:pt x="2736" y="26552"/>
                  </a:lnTo>
                  <a:lnTo>
                    <a:pt x="17914" y="12676"/>
                  </a:lnTo>
                  <a:lnTo>
                    <a:pt x="8574" y="10174"/>
                  </a:lnTo>
                  <a:lnTo>
                    <a:pt x="13911" y="0"/>
                  </a:lnTo>
                  <a:close/>
                </a:path>
              </a:pathLst>
            </a:custGeom>
            <a:solidFill>
              <a:srgbClr val="FEC1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868836" y="4727542"/>
            <a:ext cx="10184646" cy="1858295"/>
          </a:xfrm>
          <a:prstGeom prst="flowChartTerminator">
            <a:avLst/>
          </a:prstGeom>
          <a:solidFill>
            <a:srgbClr val="FFEDC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40088" y="3078159"/>
            <a:ext cx="10313394" cy="2025427"/>
          </a:xfrm>
          <a:prstGeom prst="flowChartTerminator">
            <a:avLst/>
          </a:prstGeom>
          <a:solidFill>
            <a:srgbClr val="FFEDC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40087" y="1595908"/>
            <a:ext cx="10313395" cy="1887603"/>
          </a:xfrm>
          <a:prstGeom prst="flowChartTerminator">
            <a:avLst/>
          </a:prstGeom>
          <a:solidFill>
            <a:srgbClr val="FFEDC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 txBox="1"/>
          <p:nvPr>
            <p:ph idx="1" type="body"/>
          </p:nvPr>
        </p:nvSpPr>
        <p:spPr>
          <a:xfrm>
            <a:off x="1505292" y="1810921"/>
            <a:ext cx="9288399" cy="143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H1: Architecture Matters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DINOv3 will outperform DINOv1 through improved semantic richness. CNN-based CLIP will achieve superior edge accuracy in segmentation compared to ViT-based CLIP despite reduced model complexity.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2729410" y="428013"/>
            <a:ext cx="6438508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200"/>
              <a:buFont typeface="Funnel Display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Hypothesis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1392966" y="5153439"/>
            <a:ext cx="9660515" cy="137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H3: Foundational Models Replaces Custom Pretraining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 the shelf DINOv3-SAT will match or exceed the authors' custom DINOv1 (LandDiscover50k) performance while eliminating expensive pretraining infrastructure.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1392966" y="3580919"/>
            <a:ext cx="9400725" cy="1509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H2: Size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Smaller, CNN-CLIP variants (e.g., ResNet50, ResNet101) will achieve comparable performance to larger ViT backbones with improved computational efficiency.</a:t>
            </a:r>
            <a:endParaRPr/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7"/>
          <p:cNvGrpSpPr/>
          <p:nvPr/>
        </p:nvGrpSpPr>
        <p:grpSpPr>
          <a:xfrm>
            <a:off x="9940477" y="270943"/>
            <a:ext cx="738875" cy="730550"/>
            <a:chOff x="1538775" y="3050125"/>
            <a:chExt cx="738875" cy="730550"/>
          </a:xfrm>
        </p:grpSpPr>
        <p:sp>
          <p:nvSpPr>
            <p:cNvPr id="265" name="Google Shape;265;p7"/>
            <p:cNvSpPr/>
            <p:nvPr/>
          </p:nvSpPr>
          <p:spPr>
            <a:xfrm>
              <a:off x="1538775" y="3309475"/>
              <a:ext cx="447850" cy="457025"/>
            </a:xfrm>
            <a:custGeom>
              <a:rect b="b" l="l" r="r" t="t"/>
              <a:pathLst>
                <a:path extrusionOk="0" h="18281" w="17914">
                  <a:moveTo>
                    <a:pt x="2702" y="1"/>
                  </a:moveTo>
                  <a:lnTo>
                    <a:pt x="401" y="2269"/>
                  </a:lnTo>
                  <a:cubicBezTo>
                    <a:pt x="0" y="2703"/>
                    <a:pt x="0" y="3403"/>
                    <a:pt x="401" y="3837"/>
                  </a:cubicBezTo>
                  <a:lnTo>
                    <a:pt x="14878" y="18280"/>
                  </a:lnTo>
                  <a:lnTo>
                    <a:pt x="17913" y="15245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2B6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1553775" y="3050125"/>
              <a:ext cx="659675" cy="659675"/>
            </a:xfrm>
            <a:custGeom>
              <a:rect b="b" l="l" r="r" t="t"/>
              <a:pathLst>
                <a:path extrusionOk="0" h="26387" w="26387">
                  <a:moveTo>
                    <a:pt x="12410" y="1"/>
                  </a:moveTo>
                  <a:lnTo>
                    <a:pt x="1" y="12409"/>
                  </a:lnTo>
                  <a:lnTo>
                    <a:pt x="13977" y="26386"/>
                  </a:lnTo>
                  <a:lnTo>
                    <a:pt x="26386" y="13977"/>
                  </a:lnTo>
                  <a:lnTo>
                    <a:pt x="12410" y="1"/>
                  </a:ln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1907375" y="3419550"/>
              <a:ext cx="351100" cy="348925"/>
            </a:xfrm>
            <a:custGeom>
              <a:rect b="b" l="l" r="r" t="t"/>
              <a:pathLst>
                <a:path extrusionOk="0" h="13957" w="14044">
                  <a:moveTo>
                    <a:pt x="12242" y="1"/>
                  </a:moveTo>
                  <a:lnTo>
                    <a:pt x="434" y="11843"/>
                  </a:lnTo>
                  <a:cubicBezTo>
                    <a:pt x="100" y="12176"/>
                    <a:pt x="0" y="12643"/>
                    <a:pt x="200" y="13043"/>
                  </a:cubicBezTo>
                  <a:cubicBezTo>
                    <a:pt x="300" y="13210"/>
                    <a:pt x="434" y="13377"/>
                    <a:pt x="534" y="13510"/>
                  </a:cubicBezTo>
                  <a:cubicBezTo>
                    <a:pt x="667" y="13644"/>
                    <a:pt x="834" y="13777"/>
                    <a:pt x="1001" y="13844"/>
                  </a:cubicBezTo>
                  <a:cubicBezTo>
                    <a:pt x="1151" y="13919"/>
                    <a:pt x="1310" y="13957"/>
                    <a:pt x="1469" y="13957"/>
                  </a:cubicBezTo>
                  <a:cubicBezTo>
                    <a:pt x="1733" y="13957"/>
                    <a:pt x="1993" y="13852"/>
                    <a:pt x="2202" y="13644"/>
                  </a:cubicBezTo>
                  <a:lnTo>
                    <a:pt x="14044" y="1802"/>
                  </a:lnTo>
                  <a:cubicBezTo>
                    <a:pt x="13610" y="1802"/>
                    <a:pt x="13143" y="1602"/>
                    <a:pt x="12809" y="1268"/>
                  </a:cubicBezTo>
                  <a:cubicBezTo>
                    <a:pt x="12476" y="868"/>
                    <a:pt x="12309" y="434"/>
                    <a:pt x="12242" y="1"/>
                  </a:cubicBezTo>
                  <a:close/>
                </a:path>
              </a:pathLst>
            </a:custGeom>
            <a:solidFill>
              <a:srgbClr val="FEC1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1897350" y="3399550"/>
              <a:ext cx="380300" cy="381125"/>
            </a:xfrm>
            <a:custGeom>
              <a:rect b="b" l="l" r="r" t="t"/>
              <a:pathLst>
                <a:path extrusionOk="0" h="15245" w="15212">
                  <a:moveTo>
                    <a:pt x="12643" y="0"/>
                  </a:moveTo>
                  <a:lnTo>
                    <a:pt x="535" y="12142"/>
                  </a:lnTo>
                  <a:cubicBezTo>
                    <a:pt x="168" y="12509"/>
                    <a:pt x="1" y="12976"/>
                    <a:pt x="1" y="13443"/>
                  </a:cubicBezTo>
                  <a:cubicBezTo>
                    <a:pt x="1" y="13910"/>
                    <a:pt x="201" y="14344"/>
                    <a:pt x="535" y="14677"/>
                  </a:cubicBezTo>
                  <a:cubicBezTo>
                    <a:pt x="868" y="15078"/>
                    <a:pt x="1335" y="15244"/>
                    <a:pt x="1769" y="15244"/>
                  </a:cubicBezTo>
                  <a:cubicBezTo>
                    <a:pt x="2236" y="15244"/>
                    <a:pt x="2703" y="15078"/>
                    <a:pt x="3070" y="14677"/>
                  </a:cubicBezTo>
                  <a:lnTo>
                    <a:pt x="15212" y="2535"/>
                  </a:lnTo>
                  <a:lnTo>
                    <a:pt x="14845" y="2168"/>
                  </a:lnTo>
                  <a:lnTo>
                    <a:pt x="2603" y="14411"/>
                  </a:lnTo>
                  <a:cubicBezTo>
                    <a:pt x="2394" y="14619"/>
                    <a:pt x="2134" y="14723"/>
                    <a:pt x="1870" y="14723"/>
                  </a:cubicBezTo>
                  <a:cubicBezTo>
                    <a:pt x="1711" y="14723"/>
                    <a:pt x="1552" y="14686"/>
                    <a:pt x="1402" y="14611"/>
                  </a:cubicBezTo>
                  <a:cubicBezTo>
                    <a:pt x="1235" y="14511"/>
                    <a:pt x="1068" y="14411"/>
                    <a:pt x="935" y="14277"/>
                  </a:cubicBezTo>
                  <a:cubicBezTo>
                    <a:pt x="835" y="14144"/>
                    <a:pt x="701" y="13977"/>
                    <a:pt x="601" y="13810"/>
                  </a:cubicBezTo>
                  <a:cubicBezTo>
                    <a:pt x="401" y="13410"/>
                    <a:pt x="501" y="12943"/>
                    <a:pt x="835" y="12609"/>
                  </a:cubicBezTo>
                  <a:lnTo>
                    <a:pt x="13044" y="367"/>
                  </a:lnTo>
                  <a:lnTo>
                    <a:pt x="12643" y="0"/>
                  </a:ln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1937400" y="3471050"/>
              <a:ext cx="270200" cy="268125"/>
            </a:xfrm>
            <a:custGeom>
              <a:rect b="b" l="l" r="r" t="t"/>
              <a:pathLst>
                <a:path extrusionOk="0" h="10725" w="10808">
                  <a:moveTo>
                    <a:pt x="10508" y="1"/>
                  </a:moveTo>
                  <a:cubicBezTo>
                    <a:pt x="10449" y="1"/>
                    <a:pt x="10391" y="26"/>
                    <a:pt x="10341" y="76"/>
                  </a:cubicBezTo>
                  <a:lnTo>
                    <a:pt x="100" y="10316"/>
                  </a:lnTo>
                  <a:cubicBezTo>
                    <a:pt x="0" y="10450"/>
                    <a:pt x="0" y="10583"/>
                    <a:pt x="100" y="10650"/>
                  </a:cubicBezTo>
                  <a:cubicBezTo>
                    <a:pt x="150" y="10700"/>
                    <a:pt x="208" y="10725"/>
                    <a:pt x="267" y="10725"/>
                  </a:cubicBezTo>
                  <a:cubicBezTo>
                    <a:pt x="325" y="10725"/>
                    <a:pt x="384" y="10700"/>
                    <a:pt x="434" y="10650"/>
                  </a:cubicBezTo>
                  <a:lnTo>
                    <a:pt x="10674" y="409"/>
                  </a:lnTo>
                  <a:cubicBezTo>
                    <a:pt x="10774" y="309"/>
                    <a:pt x="10808" y="142"/>
                    <a:pt x="10674" y="76"/>
                  </a:cubicBezTo>
                  <a:cubicBezTo>
                    <a:pt x="10624" y="26"/>
                    <a:pt x="10566" y="1"/>
                    <a:pt x="10508" y="1"/>
                  </a:cubicBezTo>
                  <a:close/>
                </a:path>
              </a:pathLst>
            </a:custGeom>
            <a:solidFill>
              <a:srgbClr val="F69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1974075" y="3680575"/>
              <a:ext cx="95925" cy="95925"/>
            </a:xfrm>
            <a:custGeom>
              <a:rect b="b" l="l" r="r" t="t"/>
              <a:pathLst>
                <a:path extrusionOk="0" h="3837" w="3837">
                  <a:moveTo>
                    <a:pt x="968" y="1"/>
                  </a:moveTo>
                  <a:lnTo>
                    <a:pt x="1" y="935"/>
                  </a:lnTo>
                  <a:lnTo>
                    <a:pt x="2836" y="3837"/>
                  </a:lnTo>
                  <a:lnTo>
                    <a:pt x="2936" y="2903"/>
                  </a:lnTo>
                  <a:lnTo>
                    <a:pt x="3837" y="2836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rgbClr val="7D8E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1744750" y="3241100"/>
              <a:ext cx="216025" cy="216850"/>
            </a:xfrm>
            <a:custGeom>
              <a:rect b="b" l="l" r="r" t="t"/>
              <a:pathLst>
                <a:path extrusionOk="0" h="8674" w="8641">
                  <a:moveTo>
                    <a:pt x="6905" y="0"/>
                  </a:moveTo>
                  <a:lnTo>
                    <a:pt x="1" y="6939"/>
                  </a:lnTo>
                  <a:lnTo>
                    <a:pt x="1735" y="8673"/>
                  </a:lnTo>
                  <a:lnTo>
                    <a:pt x="8640" y="1735"/>
                  </a:lnTo>
                  <a:lnTo>
                    <a:pt x="6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7"/>
          <p:cNvGrpSpPr/>
          <p:nvPr/>
        </p:nvGrpSpPr>
        <p:grpSpPr>
          <a:xfrm>
            <a:off x="10861887" y="1009483"/>
            <a:ext cx="743900" cy="586425"/>
            <a:chOff x="6220900" y="591425"/>
            <a:chExt cx="743900" cy="586425"/>
          </a:xfrm>
        </p:grpSpPr>
        <p:sp>
          <p:nvSpPr>
            <p:cNvPr id="273" name="Google Shape;273;p7"/>
            <p:cNvSpPr/>
            <p:nvPr/>
          </p:nvSpPr>
          <p:spPr>
            <a:xfrm>
              <a:off x="6220900" y="591425"/>
              <a:ext cx="743900" cy="586425"/>
            </a:xfrm>
            <a:custGeom>
              <a:rect b="b" l="l" r="r" t="t"/>
              <a:pathLst>
                <a:path extrusionOk="0" h="23457" w="29756">
                  <a:moveTo>
                    <a:pt x="23565" y="1"/>
                  </a:moveTo>
                  <a:cubicBezTo>
                    <a:pt x="23395" y="1"/>
                    <a:pt x="23223" y="33"/>
                    <a:pt x="23050" y="91"/>
                  </a:cubicBezTo>
                  <a:lnTo>
                    <a:pt x="1001" y="8197"/>
                  </a:lnTo>
                  <a:cubicBezTo>
                    <a:pt x="634" y="8297"/>
                    <a:pt x="334" y="8597"/>
                    <a:pt x="167" y="8964"/>
                  </a:cubicBezTo>
                  <a:cubicBezTo>
                    <a:pt x="1" y="9264"/>
                    <a:pt x="1" y="9631"/>
                    <a:pt x="134" y="10031"/>
                  </a:cubicBezTo>
                  <a:lnTo>
                    <a:pt x="4704" y="22474"/>
                  </a:lnTo>
                  <a:cubicBezTo>
                    <a:pt x="4915" y="23080"/>
                    <a:pt x="5480" y="23457"/>
                    <a:pt x="6069" y="23457"/>
                  </a:cubicBezTo>
                  <a:cubicBezTo>
                    <a:pt x="6226" y="23457"/>
                    <a:pt x="6385" y="23430"/>
                    <a:pt x="6539" y="23374"/>
                  </a:cubicBezTo>
                  <a:lnTo>
                    <a:pt x="28621" y="15268"/>
                  </a:lnTo>
                  <a:cubicBezTo>
                    <a:pt x="29355" y="15002"/>
                    <a:pt x="29755" y="14168"/>
                    <a:pt x="29488" y="13434"/>
                  </a:cubicBezTo>
                  <a:lnTo>
                    <a:pt x="24885" y="958"/>
                  </a:lnTo>
                  <a:cubicBezTo>
                    <a:pt x="24785" y="591"/>
                    <a:pt x="24518" y="291"/>
                    <a:pt x="24218" y="191"/>
                  </a:cubicBezTo>
                  <a:cubicBezTo>
                    <a:pt x="24009" y="58"/>
                    <a:pt x="23789" y="1"/>
                    <a:pt x="23565" y="1"/>
                  </a:cubicBezTo>
                  <a:close/>
                </a:path>
              </a:pathLst>
            </a:custGeom>
            <a:solidFill>
              <a:srgbClr val="FEC1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6222575" y="591800"/>
              <a:ext cx="602950" cy="314625"/>
            </a:xfrm>
            <a:custGeom>
              <a:rect b="b" l="l" r="r" t="t"/>
              <a:pathLst>
                <a:path extrusionOk="0" h="12585" w="24118">
                  <a:moveTo>
                    <a:pt x="23567" y="1"/>
                  </a:moveTo>
                  <a:cubicBezTo>
                    <a:pt x="23367" y="1"/>
                    <a:pt x="23150" y="59"/>
                    <a:pt x="22917" y="176"/>
                  </a:cubicBezTo>
                  <a:lnTo>
                    <a:pt x="834" y="8248"/>
                  </a:lnTo>
                  <a:cubicBezTo>
                    <a:pt x="467" y="8382"/>
                    <a:pt x="201" y="8682"/>
                    <a:pt x="0" y="9049"/>
                  </a:cubicBezTo>
                  <a:lnTo>
                    <a:pt x="5771" y="12351"/>
                  </a:lnTo>
                  <a:cubicBezTo>
                    <a:pt x="6073" y="12492"/>
                    <a:pt x="6411" y="12584"/>
                    <a:pt x="6741" y="12584"/>
                  </a:cubicBezTo>
                  <a:cubicBezTo>
                    <a:pt x="6959" y="12584"/>
                    <a:pt x="7173" y="12544"/>
                    <a:pt x="7372" y="12451"/>
                  </a:cubicBezTo>
                  <a:lnTo>
                    <a:pt x="20749" y="7548"/>
                  </a:lnTo>
                  <a:cubicBezTo>
                    <a:pt x="21282" y="7348"/>
                    <a:pt x="21716" y="6914"/>
                    <a:pt x="21883" y="6414"/>
                  </a:cubicBezTo>
                  <a:lnTo>
                    <a:pt x="24118" y="176"/>
                  </a:lnTo>
                  <a:cubicBezTo>
                    <a:pt x="23951" y="59"/>
                    <a:pt x="23767" y="1"/>
                    <a:pt x="23567" y="1"/>
                  </a:cubicBezTo>
                  <a:close/>
                </a:path>
              </a:pathLst>
            </a:custGeom>
            <a:solidFill>
              <a:srgbClr val="F69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7"/>
          <p:cNvSpPr/>
          <p:nvPr/>
        </p:nvSpPr>
        <p:spPr>
          <a:xfrm>
            <a:off x="11119137" y="283621"/>
            <a:ext cx="332775" cy="332775"/>
          </a:xfrm>
          <a:custGeom>
            <a:rect b="b" l="l" r="r" t="t"/>
            <a:pathLst>
              <a:path extrusionOk="0" h="13311" w="13311">
                <a:moveTo>
                  <a:pt x="6672" y="3937"/>
                </a:moveTo>
                <a:cubicBezTo>
                  <a:pt x="6972" y="3937"/>
                  <a:pt x="7273" y="4003"/>
                  <a:pt x="7540" y="4104"/>
                </a:cubicBezTo>
                <a:lnTo>
                  <a:pt x="7806" y="4237"/>
                </a:lnTo>
                <a:cubicBezTo>
                  <a:pt x="8340" y="4504"/>
                  <a:pt x="8807" y="4937"/>
                  <a:pt x="9041" y="5505"/>
                </a:cubicBezTo>
                <a:lnTo>
                  <a:pt x="9174" y="5738"/>
                </a:lnTo>
                <a:cubicBezTo>
                  <a:pt x="9274" y="6038"/>
                  <a:pt x="9341" y="6338"/>
                  <a:pt x="9341" y="6605"/>
                </a:cubicBezTo>
                <a:cubicBezTo>
                  <a:pt x="9341" y="6972"/>
                  <a:pt x="9274" y="7239"/>
                  <a:pt x="9174" y="7506"/>
                </a:cubicBezTo>
                <a:lnTo>
                  <a:pt x="9041" y="7739"/>
                </a:lnTo>
                <a:cubicBezTo>
                  <a:pt x="8807" y="8307"/>
                  <a:pt x="8340" y="8740"/>
                  <a:pt x="7806" y="9007"/>
                </a:cubicBezTo>
                <a:lnTo>
                  <a:pt x="7540" y="9140"/>
                </a:lnTo>
                <a:cubicBezTo>
                  <a:pt x="7273" y="9207"/>
                  <a:pt x="6972" y="9307"/>
                  <a:pt x="6672" y="9307"/>
                </a:cubicBezTo>
                <a:cubicBezTo>
                  <a:pt x="6372" y="9307"/>
                  <a:pt x="6038" y="9241"/>
                  <a:pt x="5805" y="9140"/>
                </a:cubicBezTo>
                <a:lnTo>
                  <a:pt x="5538" y="9007"/>
                </a:lnTo>
                <a:cubicBezTo>
                  <a:pt x="5004" y="8740"/>
                  <a:pt x="4537" y="8307"/>
                  <a:pt x="4304" y="7739"/>
                </a:cubicBezTo>
                <a:lnTo>
                  <a:pt x="4170" y="7506"/>
                </a:lnTo>
                <a:cubicBezTo>
                  <a:pt x="4104" y="7206"/>
                  <a:pt x="4004" y="6906"/>
                  <a:pt x="4004" y="6605"/>
                </a:cubicBezTo>
                <a:cubicBezTo>
                  <a:pt x="4004" y="6338"/>
                  <a:pt x="4037" y="6005"/>
                  <a:pt x="4170" y="5738"/>
                </a:cubicBezTo>
                <a:lnTo>
                  <a:pt x="4304" y="5505"/>
                </a:lnTo>
                <a:cubicBezTo>
                  <a:pt x="4537" y="4937"/>
                  <a:pt x="5004" y="4504"/>
                  <a:pt x="5538" y="4237"/>
                </a:cubicBezTo>
                <a:lnTo>
                  <a:pt x="5805" y="4104"/>
                </a:lnTo>
                <a:cubicBezTo>
                  <a:pt x="6105" y="4037"/>
                  <a:pt x="6372" y="3937"/>
                  <a:pt x="6672" y="3937"/>
                </a:cubicBezTo>
                <a:close/>
                <a:moveTo>
                  <a:pt x="6005" y="1"/>
                </a:moveTo>
                <a:cubicBezTo>
                  <a:pt x="5705" y="1"/>
                  <a:pt x="5505" y="201"/>
                  <a:pt x="5505" y="501"/>
                </a:cubicBezTo>
                <a:lnTo>
                  <a:pt x="5505" y="1735"/>
                </a:lnTo>
                <a:cubicBezTo>
                  <a:pt x="4971" y="1869"/>
                  <a:pt x="4471" y="2069"/>
                  <a:pt x="4004" y="2369"/>
                </a:cubicBezTo>
                <a:lnTo>
                  <a:pt x="3136" y="1502"/>
                </a:lnTo>
                <a:cubicBezTo>
                  <a:pt x="3036" y="1402"/>
                  <a:pt x="2911" y="1352"/>
                  <a:pt x="2786" y="1352"/>
                </a:cubicBezTo>
                <a:cubicBezTo>
                  <a:pt x="2661" y="1352"/>
                  <a:pt x="2536" y="1402"/>
                  <a:pt x="2436" y="1502"/>
                </a:cubicBezTo>
                <a:lnTo>
                  <a:pt x="1502" y="2402"/>
                </a:lnTo>
                <a:cubicBezTo>
                  <a:pt x="1302" y="2636"/>
                  <a:pt x="1302" y="2903"/>
                  <a:pt x="1502" y="3136"/>
                </a:cubicBezTo>
                <a:lnTo>
                  <a:pt x="2369" y="4003"/>
                </a:lnTo>
                <a:cubicBezTo>
                  <a:pt x="2102" y="4470"/>
                  <a:pt x="1869" y="4971"/>
                  <a:pt x="1769" y="5505"/>
                </a:cubicBezTo>
                <a:lnTo>
                  <a:pt x="501" y="5505"/>
                </a:lnTo>
                <a:cubicBezTo>
                  <a:pt x="201" y="5505"/>
                  <a:pt x="1" y="5705"/>
                  <a:pt x="1" y="6005"/>
                </a:cubicBezTo>
                <a:lnTo>
                  <a:pt x="1" y="7306"/>
                </a:lnTo>
                <a:cubicBezTo>
                  <a:pt x="1" y="7573"/>
                  <a:pt x="201" y="7806"/>
                  <a:pt x="501" y="7806"/>
                </a:cubicBezTo>
                <a:lnTo>
                  <a:pt x="1769" y="7806"/>
                </a:lnTo>
                <a:cubicBezTo>
                  <a:pt x="1869" y="8340"/>
                  <a:pt x="2102" y="8840"/>
                  <a:pt x="2369" y="9307"/>
                </a:cubicBezTo>
                <a:lnTo>
                  <a:pt x="1502" y="10175"/>
                </a:lnTo>
                <a:cubicBezTo>
                  <a:pt x="1302" y="10375"/>
                  <a:pt x="1302" y="10675"/>
                  <a:pt x="1502" y="10875"/>
                </a:cubicBezTo>
                <a:lnTo>
                  <a:pt x="2436" y="11809"/>
                </a:lnTo>
                <a:cubicBezTo>
                  <a:pt x="2536" y="11909"/>
                  <a:pt x="2661" y="11959"/>
                  <a:pt x="2786" y="11959"/>
                </a:cubicBezTo>
                <a:cubicBezTo>
                  <a:pt x="2911" y="11959"/>
                  <a:pt x="3036" y="11909"/>
                  <a:pt x="3136" y="11809"/>
                </a:cubicBezTo>
                <a:lnTo>
                  <a:pt x="4004" y="10908"/>
                </a:lnTo>
                <a:cubicBezTo>
                  <a:pt x="4471" y="11209"/>
                  <a:pt x="4971" y="11409"/>
                  <a:pt x="5505" y="11542"/>
                </a:cubicBezTo>
                <a:lnTo>
                  <a:pt x="5505" y="12810"/>
                </a:lnTo>
                <a:cubicBezTo>
                  <a:pt x="5505" y="13077"/>
                  <a:pt x="5705" y="13310"/>
                  <a:pt x="6005" y="13310"/>
                </a:cubicBezTo>
                <a:lnTo>
                  <a:pt x="7306" y="13310"/>
                </a:lnTo>
                <a:cubicBezTo>
                  <a:pt x="7606" y="13310"/>
                  <a:pt x="7806" y="13077"/>
                  <a:pt x="7806" y="12810"/>
                </a:cubicBezTo>
                <a:lnTo>
                  <a:pt x="7806" y="11542"/>
                </a:lnTo>
                <a:cubicBezTo>
                  <a:pt x="8340" y="11409"/>
                  <a:pt x="8840" y="11209"/>
                  <a:pt x="9307" y="10908"/>
                </a:cubicBezTo>
                <a:lnTo>
                  <a:pt x="10175" y="11809"/>
                </a:lnTo>
                <a:cubicBezTo>
                  <a:pt x="10275" y="11909"/>
                  <a:pt x="10400" y="11959"/>
                  <a:pt x="10525" y="11959"/>
                </a:cubicBezTo>
                <a:cubicBezTo>
                  <a:pt x="10650" y="11959"/>
                  <a:pt x="10775" y="11909"/>
                  <a:pt x="10875" y="11809"/>
                </a:cubicBezTo>
                <a:lnTo>
                  <a:pt x="11809" y="10875"/>
                </a:lnTo>
                <a:cubicBezTo>
                  <a:pt x="12009" y="10675"/>
                  <a:pt x="12009" y="10375"/>
                  <a:pt x="11809" y="10175"/>
                </a:cubicBezTo>
                <a:lnTo>
                  <a:pt x="10942" y="9307"/>
                </a:lnTo>
                <a:cubicBezTo>
                  <a:pt x="11209" y="8840"/>
                  <a:pt x="11442" y="8340"/>
                  <a:pt x="11542" y="7806"/>
                </a:cubicBezTo>
                <a:lnTo>
                  <a:pt x="12810" y="7806"/>
                </a:lnTo>
                <a:cubicBezTo>
                  <a:pt x="13110" y="7806"/>
                  <a:pt x="13310" y="7573"/>
                  <a:pt x="13310" y="7306"/>
                </a:cubicBezTo>
                <a:lnTo>
                  <a:pt x="13310" y="6005"/>
                </a:lnTo>
                <a:cubicBezTo>
                  <a:pt x="13310" y="5705"/>
                  <a:pt x="13110" y="5505"/>
                  <a:pt x="12810" y="5505"/>
                </a:cubicBezTo>
                <a:lnTo>
                  <a:pt x="11542" y="5505"/>
                </a:lnTo>
                <a:cubicBezTo>
                  <a:pt x="11442" y="4971"/>
                  <a:pt x="11209" y="4470"/>
                  <a:pt x="10942" y="4003"/>
                </a:cubicBezTo>
                <a:lnTo>
                  <a:pt x="11809" y="3136"/>
                </a:lnTo>
                <a:cubicBezTo>
                  <a:pt x="12009" y="2903"/>
                  <a:pt x="12009" y="2636"/>
                  <a:pt x="11809" y="2402"/>
                </a:cubicBezTo>
                <a:lnTo>
                  <a:pt x="10875" y="1502"/>
                </a:lnTo>
                <a:cubicBezTo>
                  <a:pt x="10775" y="1402"/>
                  <a:pt x="10650" y="1352"/>
                  <a:pt x="10525" y="1352"/>
                </a:cubicBezTo>
                <a:cubicBezTo>
                  <a:pt x="10400" y="1352"/>
                  <a:pt x="10275" y="1402"/>
                  <a:pt x="10175" y="1502"/>
                </a:cubicBezTo>
                <a:lnTo>
                  <a:pt x="9307" y="2369"/>
                </a:lnTo>
                <a:cubicBezTo>
                  <a:pt x="8840" y="2069"/>
                  <a:pt x="8340" y="1869"/>
                  <a:pt x="7806" y="1735"/>
                </a:cubicBezTo>
                <a:lnTo>
                  <a:pt x="7806" y="501"/>
                </a:lnTo>
                <a:cubicBezTo>
                  <a:pt x="7806" y="201"/>
                  <a:pt x="7606" y="1"/>
                  <a:pt x="7306" y="1"/>
                </a:cubicBezTo>
                <a:close/>
              </a:path>
            </a:pathLst>
          </a:custGeom>
          <a:solidFill>
            <a:srgbClr val="8BD2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1451912" y="584046"/>
            <a:ext cx="307750" cy="307750"/>
          </a:xfrm>
          <a:custGeom>
            <a:rect b="b" l="l" r="r" t="t"/>
            <a:pathLst>
              <a:path extrusionOk="0" h="12310" w="12310">
                <a:moveTo>
                  <a:pt x="6172" y="3670"/>
                </a:moveTo>
                <a:cubicBezTo>
                  <a:pt x="6472" y="3670"/>
                  <a:pt x="6739" y="3736"/>
                  <a:pt x="7006" y="3803"/>
                </a:cubicBezTo>
                <a:cubicBezTo>
                  <a:pt x="7106" y="3870"/>
                  <a:pt x="7173" y="3903"/>
                  <a:pt x="7273" y="3903"/>
                </a:cubicBezTo>
                <a:cubicBezTo>
                  <a:pt x="7773" y="4137"/>
                  <a:pt x="8173" y="4570"/>
                  <a:pt x="8440" y="5071"/>
                </a:cubicBezTo>
                <a:lnTo>
                  <a:pt x="8574" y="5304"/>
                </a:lnTo>
                <a:cubicBezTo>
                  <a:pt x="8640" y="5571"/>
                  <a:pt x="8674" y="5871"/>
                  <a:pt x="8674" y="6138"/>
                </a:cubicBezTo>
                <a:cubicBezTo>
                  <a:pt x="8607" y="6438"/>
                  <a:pt x="8574" y="6738"/>
                  <a:pt x="8473" y="6972"/>
                </a:cubicBezTo>
                <a:cubicBezTo>
                  <a:pt x="8440" y="7072"/>
                  <a:pt x="8407" y="7139"/>
                  <a:pt x="8407" y="7239"/>
                </a:cubicBezTo>
                <a:cubicBezTo>
                  <a:pt x="8140" y="7739"/>
                  <a:pt x="7740" y="8139"/>
                  <a:pt x="7239" y="8406"/>
                </a:cubicBezTo>
                <a:cubicBezTo>
                  <a:pt x="7139" y="8440"/>
                  <a:pt x="7072" y="8473"/>
                  <a:pt x="6972" y="8473"/>
                </a:cubicBezTo>
                <a:cubicBezTo>
                  <a:pt x="6739" y="8573"/>
                  <a:pt x="6439" y="8606"/>
                  <a:pt x="6138" y="8606"/>
                </a:cubicBezTo>
                <a:cubicBezTo>
                  <a:pt x="5838" y="8606"/>
                  <a:pt x="5605" y="8573"/>
                  <a:pt x="5305" y="8473"/>
                </a:cubicBezTo>
                <a:cubicBezTo>
                  <a:pt x="5238" y="8440"/>
                  <a:pt x="5138" y="8406"/>
                  <a:pt x="5071" y="8406"/>
                </a:cubicBezTo>
                <a:cubicBezTo>
                  <a:pt x="4571" y="8139"/>
                  <a:pt x="4137" y="7739"/>
                  <a:pt x="3870" y="7239"/>
                </a:cubicBezTo>
                <a:cubicBezTo>
                  <a:pt x="3837" y="7139"/>
                  <a:pt x="3803" y="7072"/>
                  <a:pt x="3803" y="6972"/>
                </a:cubicBezTo>
                <a:cubicBezTo>
                  <a:pt x="3737" y="6738"/>
                  <a:pt x="3670" y="6438"/>
                  <a:pt x="3670" y="6138"/>
                </a:cubicBezTo>
                <a:cubicBezTo>
                  <a:pt x="3670" y="5871"/>
                  <a:pt x="3737" y="5604"/>
                  <a:pt x="3803" y="5304"/>
                </a:cubicBezTo>
                <a:lnTo>
                  <a:pt x="3937" y="5071"/>
                </a:lnTo>
                <a:cubicBezTo>
                  <a:pt x="4170" y="4570"/>
                  <a:pt x="4604" y="4137"/>
                  <a:pt x="5104" y="3903"/>
                </a:cubicBezTo>
                <a:cubicBezTo>
                  <a:pt x="5171" y="3836"/>
                  <a:pt x="5271" y="3803"/>
                  <a:pt x="5338" y="3803"/>
                </a:cubicBezTo>
                <a:cubicBezTo>
                  <a:pt x="5605" y="3736"/>
                  <a:pt x="5905" y="3670"/>
                  <a:pt x="6172" y="3670"/>
                </a:cubicBezTo>
                <a:close/>
                <a:moveTo>
                  <a:pt x="5538" y="0"/>
                </a:moveTo>
                <a:cubicBezTo>
                  <a:pt x="5305" y="0"/>
                  <a:pt x="5104" y="234"/>
                  <a:pt x="5104" y="467"/>
                </a:cubicBezTo>
                <a:lnTo>
                  <a:pt x="5104" y="1635"/>
                </a:lnTo>
                <a:cubicBezTo>
                  <a:pt x="4604" y="1768"/>
                  <a:pt x="4137" y="1935"/>
                  <a:pt x="3703" y="2235"/>
                </a:cubicBezTo>
                <a:lnTo>
                  <a:pt x="2869" y="1401"/>
                </a:lnTo>
                <a:cubicBezTo>
                  <a:pt x="2786" y="1318"/>
                  <a:pt x="2678" y="1276"/>
                  <a:pt x="2561" y="1276"/>
                </a:cubicBezTo>
                <a:cubicBezTo>
                  <a:pt x="2444" y="1276"/>
                  <a:pt x="2319" y="1318"/>
                  <a:pt x="2202" y="1401"/>
                </a:cubicBezTo>
                <a:lnTo>
                  <a:pt x="1368" y="2235"/>
                </a:lnTo>
                <a:cubicBezTo>
                  <a:pt x="1202" y="2402"/>
                  <a:pt x="1202" y="2702"/>
                  <a:pt x="1368" y="2902"/>
                </a:cubicBezTo>
                <a:lnTo>
                  <a:pt x="2202" y="3736"/>
                </a:lnTo>
                <a:cubicBezTo>
                  <a:pt x="1969" y="4137"/>
                  <a:pt x="1769" y="4604"/>
                  <a:pt x="1635" y="5104"/>
                </a:cubicBezTo>
                <a:lnTo>
                  <a:pt x="468" y="5104"/>
                </a:lnTo>
                <a:cubicBezTo>
                  <a:pt x="201" y="5104"/>
                  <a:pt x="1" y="5304"/>
                  <a:pt x="1" y="5571"/>
                </a:cubicBezTo>
                <a:lnTo>
                  <a:pt x="1" y="6772"/>
                </a:lnTo>
                <a:cubicBezTo>
                  <a:pt x="1" y="7039"/>
                  <a:pt x="201" y="7239"/>
                  <a:pt x="468" y="7239"/>
                </a:cubicBezTo>
                <a:lnTo>
                  <a:pt x="1635" y="7239"/>
                </a:lnTo>
                <a:cubicBezTo>
                  <a:pt x="1769" y="7739"/>
                  <a:pt x="1969" y="8206"/>
                  <a:pt x="2202" y="8606"/>
                </a:cubicBezTo>
                <a:lnTo>
                  <a:pt x="1368" y="9440"/>
                </a:lnTo>
                <a:cubicBezTo>
                  <a:pt x="1202" y="9607"/>
                  <a:pt x="1202" y="9907"/>
                  <a:pt x="1368" y="10108"/>
                </a:cubicBezTo>
                <a:lnTo>
                  <a:pt x="2202" y="10941"/>
                </a:lnTo>
                <a:cubicBezTo>
                  <a:pt x="2286" y="11025"/>
                  <a:pt x="2402" y="11067"/>
                  <a:pt x="2523" y="11067"/>
                </a:cubicBezTo>
                <a:cubicBezTo>
                  <a:pt x="2644" y="11067"/>
                  <a:pt x="2769" y="11025"/>
                  <a:pt x="2869" y="10941"/>
                </a:cubicBezTo>
                <a:lnTo>
                  <a:pt x="3703" y="10108"/>
                </a:lnTo>
                <a:cubicBezTo>
                  <a:pt x="4137" y="10374"/>
                  <a:pt x="4604" y="10575"/>
                  <a:pt x="5104" y="10708"/>
                </a:cubicBezTo>
                <a:lnTo>
                  <a:pt x="5104" y="11875"/>
                </a:lnTo>
                <a:cubicBezTo>
                  <a:pt x="5104" y="12109"/>
                  <a:pt x="5305" y="12309"/>
                  <a:pt x="5538" y="12309"/>
                </a:cubicBezTo>
                <a:lnTo>
                  <a:pt x="6772" y="12309"/>
                </a:lnTo>
                <a:cubicBezTo>
                  <a:pt x="7006" y="12309"/>
                  <a:pt x="7206" y="12109"/>
                  <a:pt x="7206" y="11875"/>
                </a:cubicBezTo>
                <a:lnTo>
                  <a:pt x="7206" y="10708"/>
                </a:lnTo>
                <a:cubicBezTo>
                  <a:pt x="7706" y="10575"/>
                  <a:pt x="8173" y="10408"/>
                  <a:pt x="8607" y="10108"/>
                </a:cubicBezTo>
                <a:lnTo>
                  <a:pt x="9441" y="10941"/>
                </a:lnTo>
                <a:cubicBezTo>
                  <a:pt x="9524" y="11025"/>
                  <a:pt x="9641" y="11067"/>
                  <a:pt x="9762" y="11067"/>
                </a:cubicBezTo>
                <a:cubicBezTo>
                  <a:pt x="9883" y="11067"/>
                  <a:pt x="10008" y="11025"/>
                  <a:pt x="10108" y="10941"/>
                </a:cubicBezTo>
                <a:lnTo>
                  <a:pt x="10942" y="10108"/>
                </a:lnTo>
                <a:cubicBezTo>
                  <a:pt x="11109" y="9941"/>
                  <a:pt x="11109" y="9640"/>
                  <a:pt x="10942" y="9440"/>
                </a:cubicBezTo>
                <a:lnTo>
                  <a:pt x="10108" y="8606"/>
                </a:lnTo>
                <a:cubicBezTo>
                  <a:pt x="10341" y="8206"/>
                  <a:pt x="10575" y="7739"/>
                  <a:pt x="10675" y="7239"/>
                </a:cubicBezTo>
                <a:lnTo>
                  <a:pt x="11843" y="7239"/>
                </a:lnTo>
                <a:cubicBezTo>
                  <a:pt x="12109" y="7239"/>
                  <a:pt x="12310" y="7039"/>
                  <a:pt x="12310" y="6772"/>
                </a:cubicBezTo>
                <a:lnTo>
                  <a:pt x="12310" y="5571"/>
                </a:lnTo>
                <a:cubicBezTo>
                  <a:pt x="12310" y="5304"/>
                  <a:pt x="12109" y="5104"/>
                  <a:pt x="11843" y="5104"/>
                </a:cubicBezTo>
                <a:lnTo>
                  <a:pt x="10675" y="5104"/>
                </a:lnTo>
                <a:cubicBezTo>
                  <a:pt x="10542" y="4604"/>
                  <a:pt x="10408" y="4137"/>
                  <a:pt x="10108" y="3736"/>
                </a:cubicBezTo>
                <a:lnTo>
                  <a:pt x="10942" y="2902"/>
                </a:lnTo>
                <a:cubicBezTo>
                  <a:pt x="11109" y="2736"/>
                  <a:pt x="11109" y="2435"/>
                  <a:pt x="10942" y="2235"/>
                </a:cubicBezTo>
                <a:lnTo>
                  <a:pt x="10108" y="1401"/>
                </a:lnTo>
                <a:cubicBezTo>
                  <a:pt x="10025" y="1318"/>
                  <a:pt x="9908" y="1276"/>
                  <a:pt x="9787" y="1276"/>
                </a:cubicBezTo>
                <a:cubicBezTo>
                  <a:pt x="9666" y="1276"/>
                  <a:pt x="9541" y="1318"/>
                  <a:pt x="9441" y="1401"/>
                </a:cubicBezTo>
                <a:lnTo>
                  <a:pt x="8607" y="2235"/>
                </a:lnTo>
                <a:cubicBezTo>
                  <a:pt x="8173" y="1968"/>
                  <a:pt x="7706" y="1768"/>
                  <a:pt x="7206" y="1635"/>
                </a:cubicBezTo>
                <a:lnTo>
                  <a:pt x="7206" y="467"/>
                </a:lnTo>
                <a:cubicBezTo>
                  <a:pt x="7206" y="234"/>
                  <a:pt x="7006" y="0"/>
                  <a:pt x="6772" y="0"/>
                </a:cubicBezTo>
                <a:close/>
              </a:path>
            </a:pathLst>
          </a:custGeom>
          <a:solidFill>
            <a:srgbClr val="FEC1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 txBox="1"/>
          <p:nvPr>
            <p:ph idx="1" type="body"/>
          </p:nvPr>
        </p:nvSpPr>
        <p:spPr>
          <a:xfrm>
            <a:off x="71622" y="2623229"/>
            <a:ext cx="6116373" cy="418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CLIP replacement:</a:t>
            </a:r>
            <a:endParaRPr sz="20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RQ1: If replacing the CLIP ViT backbone with a CNN variant, which architecture families are viable (ResNets, ConvNeXt, EfficientNet)?</a:t>
            </a:r>
            <a:endParaRPr sz="20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RQ2: How does the backbone type influence alignment with textual embeddings and segmentation quality?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RQ3: What adapter/fine-tuning strategies minimize training overhead when aligning CNN-based CLIP with remote-sensing classes?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2729410" y="428013"/>
            <a:ext cx="6438508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Research Questions: Model Replacement Options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6187996" y="2641747"/>
            <a:ext cx="5815609" cy="4162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DINO replacement: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RQ4: Does DINOv3-SAT zero-shot performance match or exceed custom DINOv1 (LandDiscover50k) without fine-tuning? 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RQ5: Can smaller models (300M parameters) pretrained on satellite data match larger models (6.7B) when both are trained on identical remote-sensing datasets?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RQ6: What adapter/downsampling strategies best align mismatched feature map dimensions between CLIP and DINO?</a:t>
            </a:r>
            <a:endParaRPr/>
          </a:p>
        </p:txBody>
      </p:sp>
      <p:grpSp>
        <p:nvGrpSpPr>
          <p:cNvPr id="285" name="Google Shape;285;p9"/>
          <p:cNvGrpSpPr/>
          <p:nvPr/>
        </p:nvGrpSpPr>
        <p:grpSpPr>
          <a:xfrm>
            <a:off x="9445748" y="-435211"/>
            <a:ext cx="3002845" cy="2775968"/>
            <a:chOff x="9062192" y="398517"/>
            <a:chExt cx="3002845" cy="2775968"/>
          </a:xfrm>
        </p:grpSpPr>
        <p:sp>
          <p:nvSpPr>
            <p:cNvPr id="286" name="Google Shape;286;p9"/>
            <p:cNvSpPr/>
            <p:nvPr/>
          </p:nvSpPr>
          <p:spPr>
            <a:xfrm>
              <a:off x="9062192" y="398517"/>
              <a:ext cx="3002845" cy="2775968"/>
            </a:xfrm>
            <a:custGeom>
              <a:rect b="b" l="l" r="r" t="t"/>
              <a:pathLst>
                <a:path extrusionOk="0" h="52148" w="56410">
                  <a:moveTo>
                    <a:pt x="46194" y="1"/>
                  </a:moveTo>
                  <a:cubicBezTo>
                    <a:pt x="45045" y="1"/>
                    <a:pt x="43888" y="92"/>
                    <a:pt x="42783" y="213"/>
                  </a:cubicBezTo>
                  <a:cubicBezTo>
                    <a:pt x="35256" y="1046"/>
                    <a:pt x="27763" y="2541"/>
                    <a:pt x="20746" y="5430"/>
                  </a:cubicBezTo>
                  <a:cubicBezTo>
                    <a:pt x="13746" y="8318"/>
                    <a:pt x="7239" y="12617"/>
                    <a:pt x="2430" y="18461"/>
                  </a:cubicBezTo>
                  <a:cubicBezTo>
                    <a:pt x="1581" y="19498"/>
                    <a:pt x="765" y="20602"/>
                    <a:pt x="391" y="21877"/>
                  </a:cubicBezTo>
                  <a:cubicBezTo>
                    <a:pt x="1" y="23151"/>
                    <a:pt x="153" y="24663"/>
                    <a:pt x="1020" y="25649"/>
                  </a:cubicBezTo>
                  <a:cubicBezTo>
                    <a:pt x="2447" y="27263"/>
                    <a:pt x="5064" y="26991"/>
                    <a:pt x="6848" y="28197"/>
                  </a:cubicBezTo>
                  <a:cubicBezTo>
                    <a:pt x="8479" y="29302"/>
                    <a:pt x="9091" y="31510"/>
                    <a:pt x="8887" y="33498"/>
                  </a:cubicBezTo>
                  <a:cubicBezTo>
                    <a:pt x="8666" y="35469"/>
                    <a:pt x="7799" y="37287"/>
                    <a:pt x="7035" y="39122"/>
                  </a:cubicBezTo>
                  <a:cubicBezTo>
                    <a:pt x="6270" y="40940"/>
                    <a:pt x="5590" y="42894"/>
                    <a:pt x="5794" y="44882"/>
                  </a:cubicBezTo>
                  <a:cubicBezTo>
                    <a:pt x="6219" y="48926"/>
                    <a:pt x="10382" y="51729"/>
                    <a:pt x="14443" y="52103"/>
                  </a:cubicBezTo>
                  <a:cubicBezTo>
                    <a:pt x="14819" y="52133"/>
                    <a:pt x="15195" y="52148"/>
                    <a:pt x="15571" y="52148"/>
                  </a:cubicBezTo>
                  <a:cubicBezTo>
                    <a:pt x="17945" y="52148"/>
                    <a:pt x="20305" y="51577"/>
                    <a:pt x="22564" y="50829"/>
                  </a:cubicBezTo>
                  <a:cubicBezTo>
                    <a:pt x="23703" y="50438"/>
                    <a:pt x="24824" y="49945"/>
                    <a:pt x="25996" y="49639"/>
                  </a:cubicBezTo>
                  <a:cubicBezTo>
                    <a:pt x="26846" y="49402"/>
                    <a:pt x="27712" y="49334"/>
                    <a:pt x="28562" y="49215"/>
                  </a:cubicBezTo>
                  <a:cubicBezTo>
                    <a:pt x="31111" y="48841"/>
                    <a:pt x="33625" y="48229"/>
                    <a:pt x="36038" y="47397"/>
                  </a:cubicBezTo>
                  <a:cubicBezTo>
                    <a:pt x="38451" y="46581"/>
                    <a:pt x="40778" y="45528"/>
                    <a:pt x="43004" y="44287"/>
                  </a:cubicBezTo>
                  <a:cubicBezTo>
                    <a:pt x="45247" y="43030"/>
                    <a:pt x="47337" y="41569"/>
                    <a:pt x="49291" y="39904"/>
                  </a:cubicBezTo>
                  <a:cubicBezTo>
                    <a:pt x="49528" y="39700"/>
                    <a:pt x="49732" y="39496"/>
                    <a:pt x="49970" y="39309"/>
                  </a:cubicBezTo>
                  <a:cubicBezTo>
                    <a:pt x="51414" y="38035"/>
                    <a:pt x="52825" y="36574"/>
                    <a:pt x="53402" y="34722"/>
                  </a:cubicBezTo>
                  <a:cubicBezTo>
                    <a:pt x="53997" y="32870"/>
                    <a:pt x="53521" y="30576"/>
                    <a:pt x="51890" y="29556"/>
                  </a:cubicBezTo>
                  <a:cubicBezTo>
                    <a:pt x="50939" y="28962"/>
                    <a:pt x="49766" y="28877"/>
                    <a:pt x="48662" y="28656"/>
                  </a:cubicBezTo>
                  <a:cubicBezTo>
                    <a:pt x="47558" y="28418"/>
                    <a:pt x="46385" y="27908"/>
                    <a:pt x="45943" y="26889"/>
                  </a:cubicBezTo>
                  <a:cubicBezTo>
                    <a:pt x="45451" y="25767"/>
                    <a:pt x="46045" y="24459"/>
                    <a:pt x="46708" y="23406"/>
                  </a:cubicBezTo>
                  <a:cubicBezTo>
                    <a:pt x="48832" y="20025"/>
                    <a:pt x="51873" y="17289"/>
                    <a:pt x="53827" y="13823"/>
                  </a:cubicBezTo>
                  <a:cubicBezTo>
                    <a:pt x="55781" y="10357"/>
                    <a:pt x="56410" y="5600"/>
                    <a:pt x="53742" y="2626"/>
                  </a:cubicBezTo>
                  <a:cubicBezTo>
                    <a:pt x="51875" y="565"/>
                    <a:pt x="49057" y="1"/>
                    <a:pt x="46194" y="1"/>
                  </a:cubicBezTo>
                  <a:close/>
                </a:path>
              </a:pathLst>
            </a:custGeom>
            <a:solidFill>
              <a:srgbClr val="FEC130">
                <a:alpha val="4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9644067" y="1906617"/>
              <a:ext cx="1018308" cy="1018308"/>
            </a:xfrm>
            <a:custGeom>
              <a:rect b="b" l="l" r="r" t="t"/>
              <a:pathLst>
                <a:path extrusionOk="0" h="21817" w="21817">
                  <a:moveTo>
                    <a:pt x="10842" y="6505"/>
                  </a:moveTo>
                  <a:cubicBezTo>
                    <a:pt x="11342" y="6505"/>
                    <a:pt x="11842" y="6605"/>
                    <a:pt x="12309" y="6772"/>
                  </a:cubicBezTo>
                  <a:cubicBezTo>
                    <a:pt x="12476" y="6805"/>
                    <a:pt x="12576" y="6905"/>
                    <a:pt x="12743" y="6939"/>
                  </a:cubicBezTo>
                  <a:cubicBezTo>
                    <a:pt x="13644" y="7339"/>
                    <a:pt x="14378" y="8106"/>
                    <a:pt x="14811" y="8974"/>
                  </a:cubicBezTo>
                  <a:cubicBezTo>
                    <a:pt x="14878" y="9107"/>
                    <a:pt x="14945" y="9274"/>
                    <a:pt x="14978" y="9441"/>
                  </a:cubicBezTo>
                  <a:cubicBezTo>
                    <a:pt x="15145" y="9908"/>
                    <a:pt x="15212" y="10408"/>
                    <a:pt x="15212" y="10908"/>
                  </a:cubicBezTo>
                  <a:cubicBezTo>
                    <a:pt x="15212" y="11409"/>
                    <a:pt x="15145" y="11909"/>
                    <a:pt x="14978" y="12343"/>
                  </a:cubicBezTo>
                  <a:cubicBezTo>
                    <a:pt x="14945" y="12509"/>
                    <a:pt x="14845" y="12643"/>
                    <a:pt x="14811" y="12810"/>
                  </a:cubicBezTo>
                  <a:cubicBezTo>
                    <a:pt x="14378" y="13677"/>
                    <a:pt x="13644" y="14444"/>
                    <a:pt x="12743" y="14844"/>
                  </a:cubicBezTo>
                  <a:cubicBezTo>
                    <a:pt x="12643" y="14944"/>
                    <a:pt x="12476" y="14978"/>
                    <a:pt x="12309" y="15011"/>
                  </a:cubicBezTo>
                  <a:cubicBezTo>
                    <a:pt x="11842" y="15178"/>
                    <a:pt x="11342" y="15278"/>
                    <a:pt x="10842" y="15278"/>
                  </a:cubicBezTo>
                  <a:cubicBezTo>
                    <a:pt x="10341" y="15278"/>
                    <a:pt x="9841" y="15178"/>
                    <a:pt x="9374" y="15011"/>
                  </a:cubicBezTo>
                  <a:cubicBezTo>
                    <a:pt x="9207" y="14978"/>
                    <a:pt x="9107" y="14878"/>
                    <a:pt x="8940" y="14844"/>
                  </a:cubicBezTo>
                  <a:cubicBezTo>
                    <a:pt x="8040" y="14444"/>
                    <a:pt x="7306" y="13677"/>
                    <a:pt x="6872" y="12810"/>
                  </a:cubicBezTo>
                  <a:cubicBezTo>
                    <a:pt x="6806" y="12676"/>
                    <a:pt x="6772" y="12509"/>
                    <a:pt x="6705" y="12343"/>
                  </a:cubicBezTo>
                  <a:cubicBezTo>
                    <a:pt x="6539" y="11876"/>
                    <a:pt x="6472" y="11409"/>
                    <a:pt x="6472" y="10908"/>
                  </a:cubicBezTo>
                  <a:cubicBezTo>
                    <a:pt x="6472" y="10408"/>
                    <a:pt x="6539" y="9908"/>
                    <a:pt x="6705" y="9441"/>
                  </a:cubicBezTo>
                  <a:cubicBezTo>
                    <a:pt x="6739" y="9274"/>
                    <a:pt x="6839" y="9140"/>
                    <a:pt x="6872" y="8974"/>
                  </a:cubicBezTo>
                  <a:cubicBezTo>
                    <a:pt x="7306" y="8106"/>
                    <a:pt x="8040" y="7339"/>
                    <a:pt x="8940" y="6939"/>
                  </a:cubicBezTo>
                  <a:cubicBezTo>
                    <a:pt x="9040" y="6839"/>
                    <a:pt x="9207" y="6805"/>
                    <a:pt x="9374" y="6772"/>
                  </a:cubicBezTo>
                  <a:cubicBezTo>
                    <a:pt x="9841" y="6605"/>
                    <a:pt x="10341" y="6505"/>
                    <a:pt x="10842" y="6505"/>
                  </a:cubicBezTo>
                  <a:close/>
                  <a:moveTo>
                    <a:pt x="9841" y="0"/>
                  </a:moveTo>
                  <a:cubicBezTo>
                    <a:pt x="9374" y="0"/>
                    <a:pt x="9007" y="401"/>
                    <a:pt x="9007" y="834"/>
                  </a:cubicBezTo>
                  <a:lnTo>
                    <a:pt x="9007" y="2903"/>
                  </a:lnTo>
                  <a:cubicBezTo>
                    <a:pt x="8140" y="3103"/>
                    <a:pt x="7306" y="3436"/>
                    <a:pt x="6539" y="3903"/>
                  </a:cubicBezTo>
                  <a:lnTo>
                    <a:pt x="5071" y="2436"/>
                  </a:lnTo>
                  <a:cubicBezTo>
                    <a:pt x="4904" y="2269"/>
                    <a:pt x="4696" y="2185"/>
                    <a:pt x="4487" y="2185"/>
                  </a:cubicBezTo>
                  <a:cubicBezTo>
                    <a:pt x="4279" y="2185"/>
                    <a:pt x="4070" y="2269"/>
                    <a:pt x="3903" y="2436"/>
                  </a:cubicBezTo>
                  <a:lnTo>
                    <a:pt x="2436" y="3937"/>
                  </a:lnTo>
                  <a:cubicBezTo>
                    <a:pt x="2102" y="4270"/>
                    <a:pt x="2102" y="4771"/>
                    <a:pt x="2436" y="5104"/>
                  </a:cubicBezTo>
                  <a:lnTo>
                    <a:pt x="3870" y="6572"/>
                  </a:lnTo>
                  <a:cubicBezTo>
                    <a:pt x="3436" y="7306"/>
                    <a:pt x="3070" y="8140"/>
                    <a:pt x="2869" y="9007"/>
                  </a:cubicBezTo>
                  <a:lnTo>
                    <a:pt x="835" y="9007"/>
                  </a:lnTo>
                  <a:cubicBezTo>
                    <a:pt x="368" y="9007"/>
                    <a:pt x="1" y="9374"/>
                    <a:pt x="1" y="9841"/>
                  </a:cubicBezTo>
                  <a:lnTo>
                    <a:pt x="1" y="11976"/>
                  </a:lnTo>
                  <a:cubicBezTo>
                    <a:pt x="1" y="12443"/>
                    <a:pt x="368" y="12810"/>
                    <a:pt x="835" y="12810"/>
                  </a:cubicBezTo>
                  <a:lnTo>
                    <a:pt x="2869" y="12810"/>
                  </a:lnTo>
                  <a:cubicBezTo>
                    <a:pt x="3070" y="13677"/>
                    <a:pt x="3403" y="14511"/>
                    <a:pt x="3870" y="15278"/>
                  </a:cubicBezTo>
                  <a:lnTo>
                    <a:pt x="2436" y="16746"/>
                  </a:lnTo>
                  <a:cubicBezTo>
                    <a:pt x="2102" y="17079"/>
                    <a:pt x="2102" y="17580"/>
                    <a:pt x="2436" y="17913"/>
                  </a:cubicBezTo>
                  <a:lnTo>
                    <a:pt x="3903" y="19414"/>
                  </a:lnTo>
                  <a:cubicBezTo>
                    <a:pt x="4070" y="19581"/>
                    <a:pt x="4279" y="19665"/>
                    <a:pt x="4487" y="19665"/>
                  </a:cubicBezTo>
                  <a:cubicBezTo>
                    <a:pt x="4696" y="19665"/>
                    <a:pt x="4904" y="19581"/>
                    <a:pt x="5071" y="19414"/>
                  </a:cubicBezTo>
                  <a:lnTo>
                    <a:pt x="6539" y="17947"/>
                  </a:lnTo>
                  <a:cubicBezTo>
                    <a:pt x="7306" y="18414"/>
                    <a:pt x="8140" y="18781"/>
                    <a:pt x="9007" y="18947"/>
                  </a:cubicBezTo>
                  <a:lnTo>
                    <a:pt x="9007" y="20982"/>
                  </a:lnTo>
                  <a:cubicBezTo>
                    <a:pt x="9007" y="21449"/>
                    <a:pt x="9374" y="21816"/>
                    <a:pt x="9841" y="21816"/>
                  </a:cubicBezTo>
                  <a:lnTo>
                    <a:pt x="11976" y="21816"/>
                  </a:lnTo>
                  <a:cubicBezTo>
                    <a:pt x="12410" y="21816"/>
                    <a:pt x="12810" y="21449"/>
                    <a:pt x="12810" y="20982"/>
                  </a:cubicBezTo>
                  <a:lnTo>
                    <a:pt x="12810" y="18947"/>
                  </a:lnTo>
                  <a:cubicBezTo>
                    <a:pt x="13677" y="18747"/>
                    <a:pt x="14511" y="18414"/>
                    <a:pt x="15245" y="17947"/>
                  </a:cubicBezTo>
                  <a:lnTo>
                    <a:pt x="16713" y="19414"/>
                  </a:lnTo>
                  <a:cubicBezTo>
                    <a:pt x="16879" y="19581"/>
                    <a:pt x="17088" y="19665"/>
                    <a:pt x="17296" y="19665"/>
                  </a:cubicBezTo>
                  <a:cubicBezTo>
                    <a:pt x="17505" y="19665"/>
                    <a:pt x="17713" y="19581"/>
                    <a:pt x="17880" y="19414"/>
                  </a:cubicBezTo>
                  <a:lnTo>
                    <a:pt x="19381" y="17913"/>
                  </a:lnTo>
                  <a:cubicBezTo>
                    <a:pt x="19715" y="17580"/>
                    <a:pt x="19715" y="17079"/>
                    <a:pt x="19381" y="16746"/>
                  </a:cubicBezTo>
                  <a:lnTo>
                    <a:pt x="17947" y="15278"/>
                  </a:lnTo>
                  <a:cubicBezTo>
                    <a:pt x="18380" y="14511"/>
                    <a:pt x="18781" y="13677"/>
                    <a:pt x="18948" y="12810"/>
                  </a:cubicBezTo>
                  <a:lnTo>
                    <a:pt x="20982" y="12810"/>
                  </a:lnTo>
                  <a:cubicBezTo>
                    <a:pt x="21449" y="12810"/>
                    <a:pt x="21816" y="12443"/>
                    <a:pt x="21816" y="11976"/>
                  </a:cubicBezTo>
                  <a:lnTo>
                    <a:pt x="21816" y="9841"/>
                  </a:lnTo>
                  <a:cubicBezTo>
                    <a:pt x="21783" y="9340"/>
                    <a:pt x="21383" y="9007"/>
                    <a:pt x="20982" y="9007"/>
                  </a:cubicBezTo>
                  <a:lnTo>
                    <a:pt x="18948" y="9007"/>
                  </a:lnTo>
                  <a:cubicBezTo>
                    <a:pt x="18714" y="8140"/>
                    <a:pt x="18380" y="7306"/>
                    <a:pt x="17947" y="6572"/>
                  </a:cubicBezTo>
                  <a:lnTo>
                    <a:pt x="19381" y="5104"/>
                  </a:lnTo>
                  <a:cubicBezTo>
                    <a:pt x="19715" y="4771"/>
                    <a:pt x="19715" y="4270"/>
                    <a:pt x="19381" y="3937"/>
                  </a:cubicBezTo>
                  <a:lnTo>
                    <a:pt x="17880" y="2436"/>
                  </a:lnTo>
                  <a:cubicBezTo>
                    <a:pt x="17713" y="2269"/>
                    <a:pt x="17505" y="2185"/>
                    <a:pt x="17296" y="2185"/>
                  </a:cubicBezTo>
                  <a:cubicBezTo>
                    <a:pt x="17088" y="2185"/>
                    <a:pt x="16879" y="2269"/>
                    <a:pt x="16713" y="2436"/>
                  </a:cubicBezTo>
                  <a:lnTo>
                    <a:pt x="15245" y="3903"/>
                  </a:lnTo>
                  <a:cubicBezTo>
                    <a:pt x="14511" y="3436"/>
                    <a:pt x="13677" y="3069"/>
                    <a:pt x="12810" y="2903"/>
                  </a:cubicBezTo>
                  <a:lnTo>
                    <a:pt x="12810" y="834"/>
                  </a:lnTo>
                  <a:cubicBezTo>
                    <a:pt x="12810" y="401"/>
                    <a:pt x="12410" y="0"/>
                    <a:pt x="11976" y="0"/>
                  </a:cubicBez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10262124" y="562338"/>
              <a:ext cx="1656818" cy="1655764"/>
            </a:xfrm>
            <a:custGeom>
              <a:rect b="b" l="l" r="r" t="t"/>
              <a:pathLst>
                <a:path extrusionOk="0" h="28265" w="28283">
                  <a:moveTo>
                    <a:pt x="14160" y="7524"/>
                  </a:moveTo>
                  <a:cubicBezTo>
                    <a:pt x="15029" y="7524"/>
                    <a:pt x="15897" y="7699"/>
                    <a:pt x="16711" y="8051"/>
                  </a:cubicBezTo>
                  <a:cubicBezTo>
                    <a:pt x="18301" y="8679"/>
                    <a:pt x="19668" y="10010"/>
                    <a:pt x="20297" y="11637"/>
                  </a:cubicBezTo>
                  <a:cubicBezTo>
                    <a:pt x="20999" y="13264"/>
                    <a:pt x="20999" y="15112"/>
                    <a:pt x="20297" y="16739"/>
                  </a:cubicBezTo>
                  <a:cubicBezTo>
                    <a:pt x="19595" y="18329"/>
                    <a:pt x="18301" y="19622"/>
                    <a:pt x="16711" y="20325"/>
                  </a:cubicBezTo>
                  <a:cubicBezTo>
                    <a:pt x="15897" y="20676"/>
                    <a:pt x="15029" y="20852"/>
                    <a:pt x="14160" y="20852"/>
                  </a:cubicBezTo>
                  <a:cubicBezTo>
                    <a:pt x="13291" y="20852"/>
                    <a:pt x="12422" y="20676"/>
                    <a:pt x="11609" y="20325"/>
                  </a:cubicBezTo>
                  <a:cubicBezTo>
                    <a:pt x="9982" y="19622"/>
                    <a:pt x="8651" y="18329"/>
                    <a:pt x="7986" y="16739"/>
                  </a:cubicBezTo>
                  <a:cubicBezTo>
                    <a:pt x="7320" y="15112"/>
                    <a:pt x="7320" y="13264"/>
                    <a:pt x="7986" y="11637"/>
                  </a:cubicBezTo>
                  <a:cubicBezTo>
                    <a:pt x="8688" y="10010"/>
                    <a:pt x="9982" y="8679"/>
                    <a:pt x="11609" y="8051"/>
                  </a:cubicBezTo>
                  <a:cubicBezTo>
                    <a:pt x="12422" y="7699"/>
                    <a:pt x="13291" y="7524"/>
                    <a:pt x="14160" y="7524"/>
                  </a:cubicBezTo>
                  <a:close/>
                  <a:moveTo>
                    <a:pt x="14160" y="0"/>
                  </a:moveTo>
                  <a:cubicBezTo>
                    <a:pt x="13790" y="0"/>
                    <a:pt x="13420" y="10"/>
                    <a:pt x="13051" y="28"/>
                  </a:cubicBezTo>
                  <a:cubicBezTo>
                    <a:pt x="12385" y="1359"/>
                    <a:pt x="11979" y="2764"/>
                    <a:pt x="11757" y="4132"/>
                  </a:cubicBezTo>
                  <a:cubicBezTo>
                    <a:pt x="11239" y="4280"/>
                    <a:pt x="10722" y="4428"/>
                    <a:pt x="10204" y="4649"/>
                  </a:cubicBezTo>
                  <a:cubicBezTo>
                    <a:pt x="9723" y="4871"/>
                    <a:pt x="9243" y="5130"/>
                    <a:pt x="8799" y="5389"/>
                  </a:cubicBezTo>
                  <a:cubicBezTo>
                    <a:pt x="7616" y="4575"/>
                    <a:pt x="6396" y="3873"/>
                    <a:pt x="4954" y="3355"/>
                  </a:cubicBezTo>
                  <a:cubicBezTo>
                    <a:pt x="4400" y="3836"/>
                    <a:pt x="3845" y="4391"/>
                    <a:pt x="3364" y="4945"/>
                  </a:cubicBezTo>
                  <a:cubicBezTo>
                    <a:pt x="3882" y="6313"/>
                    <a:pt x="4584" y="7607"/>
                    <a:pt x="5398" y="8753"/>
                  </a:cubicBezTo>
                  <a:cubicBezTo>
                    <a:pt x="5139" y="9234"/>
                    <a:pt x="4917" y="9677"/>
                    <a:pt x="4658" y="10195"/>
                  </a:cubicBezTo>
                  <a:cubicBezTo>
                    <a:pt x="4474" y="10713"/>
                    <a:pt x="4289" y="11230"/>
                    <a:pt x="4178" y="11711"/>
                  </a:cubicBezTo>
                  <a:cubicBezTo>
                    <a:pt x="2773" y="11970"/>
                    <a:pt x="1405" y="12376"/>
                    <a:pt x="37" y="13005"/>
                  </a:cubicBezTo>
                  <a:cubicBezTo>
                    <a:pt x="0" y="13781"/>
                    <a:pt x="0" y="14484"/>
                    <a:pt x="37" y="15260"/>
                  </a:cubicBezTo>
                  <a:cubicBezTo>
                    <a:pt x="1405" y="15888"/>
                    <a:pt x="2773" y="16295"/>
                    <a:pt x="4178" y="16554"/>
                  </a:cubicBezTo>
                  <a:cubicBezTo>
                    <a:pt x="4289" y="17035"/>
                    <a:pt x="4437" y="17552"/>
                    <a:pt x="4658" y="18070"/>
                  </a:cubicBezTo>
                  <a:cubicBezTo>
                    <a:pt x="4917" y="18587"/>
                    <a:pt x="5139" y="19031"/>
                    <a:pt x="5398" y="19512"/>
                  </a:cubicBezTo>
                  <a:cubicBezTo>
                    <a:pt x="4584" y="20658"/>
                    <a:pt x="3882" y="21915"/>
                    <a:pt x="3364" y="23320"/>
                  </a:cubicBezTo>
                  <a:cubicBezTo>
                    <a:pt x="3845" y="23874"/>
                    <a:pt x="4400" y="24429"/>
                    <a:pt x="4954" y="24909"/>
                  </a:cubicBezTo>
                  <a:cubicBezTo>
                    <a:pt x="6322" y="24392"/>
                    <a:pt x="7616" y="23689"/>
                    <a:pt x="8799" y="22876"/>
                  </a:cubicBezTo>
                  <a:cubicBezTo>
                    <a:pt x="9243" y="23135"/>
                    <a:pt x="9723" y="23394"/>
                    <a:pt x="10204" y="23615"/>
                  </a:cubicBezTo>
                  <a:cubicBezTo>
                    <a:pt x="10722" y="23800"/>
                    <a:pt x="11239" y="23985"/>
                    <a:pt x="11757" y="24133"/>
                  </a:cubicBezTo>
                  <a:cubicBezTo>
                    <a:pt x="11979" y="25501"/>
                    <a:pt x="12385" y="26906"/>
                    <a:pt x="13051" y="28237"/>
                  </a:cubicBezTo>
                  <a:cubicBezTo>
                    <a:pt x="13420" y="28255"/>
                    <a:pt x="13790" y="28264"/>
                    <a:pt x="14160" y="28264"/>
                  </a:cubicBezTo>
                  <a:cubicBezTo>
                    <a:pt x="14530" y="28264"/>
                    <a:pt x="14899" y="28255"/>
                    <a:pt x="15269" y="28237"/>
                  </a:cubicBezTo>
                  <a:cubicBezTo>
                    <a:pt x="15897" y="26906"/>
                    <a:pt x="16341" y="25501"/>
                    <a:pt x="16563" y="24133"/>
                  </a:cubicBezTo>
                  <a:cubicBezTo>
                    <a:pt x="17081" y="23985"/>
                    <a:pt x="17561" y="23837"/>
                    <a:pt x="18079" y="23615"/>
                  </a:cubicBezTo>
                  <a:cubicBezTo>
                    <a:pt x="18596" y="23394"/>
                    <a:pt x="19040" y="23135"/>
                    <a:pt x="19521" y="22876"/>
                  </a:cubicBezTo>
                  <a:cubicBezTo>
                    <a:pt x="20667" y="23689"/>
                    <a:pt x="21924" y="24392"/>
                    <a:pt x="23366" y="24909"/>
                  </a:cubicBezTo>
                  <a:cubicBezTo>
                    <a:pt x="23920" y="24429"/>
                    <a:pt x="24475" y="23874"/>
                    <a:pt x="24918" y="23320"/>
                  </a:cubicBezTo>
                  <a:cubicBezTo>
                    <a:pt x="24401" y="21952"/>
                    <a:pt x="23735" y="20658"/>
                    <a:pt x="22885" y="19512"/>
                  </a:cubicBezTo>
                  <a:cubicBezTo>
                    <a:pt x="23181" y="19031"/>
                    <a:pt x="23403" y="18587"/>
                    <a:pt x="23624" y="18070"/>
                  </a:cubicBezTo>
                  <a:cubicBezTo>
                    <a:pt x="23809" y="17589"/>
                    <a:pt x="23994" y="17108"/>
                    <a:pt x="24142" y="16554"/>
                  </a:cubicBezTo>
                  <a:cubicBezTo>
                    <a:pt x="25510" y="16295"/>
                    <a:pt x="26915" y="15888"/>
                    <a:pt x="28246" y="15260"/>
                  </a:cubicBezTo>
                  <a:cubicBezTo>
                    <a:pt x="28283" y="14484"/>
                    <a:pt x="28283" y="13781"/>
                    <a:pt x="28246" y="13005"/>
                  </a:cubicBezTo>
                  <a:cubicBezTo>
                    <a:pt x="26915" y="12376"/>
                    <a:pt x="25510" y="11970"/>
                    <a:pt x="24142" y="11711"/>
                  </a:cubicBezTo>
                  <a:cubicBezTo>
                    <a:pt x="23994" y="11230"/>
                    <a:pt x="23846" y="10713"/>
                    <a:pt x="23624" y="10195"/>
                  </a:cubicBezTo>
                  <a:cubicBezTo>
                    <a:pt x="23403" y="9677"/>
                    <a:pt x="23181" y="9234"/>
                    <a:pt x="22885" y="8753"/>
                  </a:cubicBezTo>
                  <a:cubicBezTo>
                    <a:pt x="23735" y="7607"/>
                    <a:pt x="24401" y="6350"/>
                    <a:pt x="24918" y="4945"/>
                  </a:cubicBezTo>
                  <a:cubicBezTo>
                    <a:pt x="24475" y="4391"/>
                    <a:pt x="23920" y="3836"/>
                    <a:pt x="23366" y="3355"/>
                  </a:cubicBezTo>
                  <a:cubicBezTo>
                    <a:pt x="21961" y="3873"/>
                    <a:pt x="20667" y="4575"/>
                    <a:pt x="19521" y="5389"/>
                  </a:cubicBezTo>
                  <a:cubicBezTo>
                    <a:pt x="19040" y="5130"/>
                    <a:pt x="18596" y="4871"/>
                    <a:pt x="18079" y="4649"/>
                  </a:cubicBezTo>
                  <a:cubicBezTo>
                    <a:pt x="17561" y="4464"/>
                    <a:pt x="17081" y="4280"/>
                    <a:pt x="16563" y="4132"/>
                  </a:cubicBezTo>
                  <a:cubicBezTo>
                    <a:pt x="16341" y="2764"/>
                    <a:pt x="15897" y="1359"/>
                    <a:pt x="15269" y="28"/>
                  </a:cubicBezTo>
                  <a:cubicBezTo>
                    <a:pt x="14899" y="10"/>
                    <a:pt x="14530" y="0"/>
                    <a:pt x="14160" y="0"/>
                  </a:cubicBezTo>
                  <a:close/>
                </a:path>
              </a:pathLst>
            </a:custGeom>
            <a:solidFill>
              <a:srgbClr val="8BD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9584549" y="826338"/>
              <a:ext cx="2035500" cy="2035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0" name="Google Shape;290;p9"/>
            <p:cNvGrpSpPr/>
            <p:nvPr/>
          </p:nvGrpSpPr>
          <p:grpSpPr>
            <a:xfrm>
              <a:off x="10059224" y="931127"/>
              <a:ext cx="1086143" cy="1769756"/>
              <a:chOff x="2799675" y="1347975"/>
              <a:chExt cx="2033975" cy="3314150"/>
            </a:xfrm>
          </p:grpSpPr>
          <p:sp>
            <p:nvSpPr>
              <p:cNvPr id="291" name="Google Shape;291;p9"/>
              <p:cNvSpPr/>
              <p:nvPr/>
            </p:nvSpPr>
            <p:spPr>
              <a:xfrm>
                <a:off x="2799675" y="1347975"/>
                <a:ext cx="2033975" cy="2416025"/>
              </a:xfrm>
              <a:custGeom>
                <a:rect b="b" l="l" r="r" t="t"/>
                <a:pathLst>
                  <a:path extrusionOk="0" h="96641" w="81359">
                    <a:moveTo>
                      <a:pt x="40580" y="1"/>
                    </a:moveTo>
                    <a:cubicBezTo>
                      <a:pt x="18150" y="1"/>
                      <a:pt x="0" y="18200"/>
                      <a:pt x="0" y="40600"/>
                    </a:cubicBezTo>
                    <a:cubicBezTo>
                      <a:pt x="0" y="49473"/>
                      <a:pt x="2836" y="57712"/>
                      <a:pt x="7706" y="64384"/>
                    </a:cubicBezTo>
                    <a:cubicBezTo>
                      <a:pt x="13944" y="72990"/>
                      <a:pt x="18647" y="82530"/>
                      <a:pt x="22016" y="92571"/>
                    </a:cubicBezTo>
                    <a:lnTo>
                      <a:pt x="23350" y="96640"/>
                    </a:lnTo>
                    <a:lnTo>
                      <a:pt x="57708" y="96640"/>
                    </a:lnTo>
                    <a:lnTo>
                      <a:pt x="59343" y="91837"/>
                    </a:lnTo>
                    <a:cubicBezTo>
                      <a:pt x="62545" y="82097"/>
                      <a:pt x="67115" y="72857"/>
                      <a:pt x="73219" y="64584"/>
                    </a:cubicBezTo>
                    <a:cubicBezTo>
                      <a:pt x="78390" y="57546"/>
                      <a:pt x="81358" y="48773"/>
                      <a:pt x="81058" y="39266"/>
                    </a:cubicBezTo>
                    <a:cubicBezTo>
                      <a:pt x="80358" y="17684"/>
                      <a:pt x="62645" y="338"/>
                      <a:pt x="41130" y="4"/>
                    </a:cubicBezTo>
                    <a:cubicBezTo>
                      <a:pt x="40946" y="2"/>
                      <a:pt x="40763" y="1"/>
                      <a:pt x="40580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3382575" y="3763975"/>
                <a:ext cx="858975" cy="564600"/>
              </a:xfrm>
              <a:custGeom>
                <a:rect b="b" l="l" r="r" t="t"/>
                <a:pathLst>
                  <a:path extrusionOk="0" h="22584" w="34359">
                    <a:moveTo>
                      <a:pt x="1" y="0"/>
                    </a:moveTo>
                    <a:lnTo>
                      <a:pt x="1" y="22583"/>
                    </a:lnTo>
                    <a:lnTo>
                      <a:pt x="34359" y="22583"/>
                    </a:lnTo>
                    <a:lnTo>
                      <a:pt x="34359" y="0"/>
                    </a:lnTo>
                    <a:close/>
                  </a:path>
                </a:pathLst>
              </a:custGeom>
              <a:solidFill>
                <a:srgbClr val="6DB6C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3382575" y="4328550"/>
                <a:ext cx="858975" cy="178475"/>
              </a:xfrm>
              <a:custGeom>
                <a:rect b="b" l="l" r="r" t="t"/>
                <a:pathLst>
                  <a:path extrusionOk="0" h="7139" w="34359">
                    <a:moveTo>
                      <a:pt x="1" y="0"/>
                    </a:moveTo>
                    <a:lnTo>
                      <a:pt x="8140" y="7139"/>
                    </a:lnTo>
                    <a:lnTo>
                      <a:pt x="26220" y="7139"/>
                    </a:lnTo>
                    <a:lnTo>
                      <a:pt x="34359" y="0"/>
                    </a:ln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3586075" y="4506175"/>
                <a:ext cx="452000" cy="155950"/>
              </a:xfrm>
              <a:custGeom>
                <a:rect b="b" l="l" r="r" t="t"/>
                <a:pathLst>
                  <a:path extrusionOk="0" h="6238" w="18080">
                    <a:moveTo>
                      <a:pt x="0" y="0"/>
                    </a:moveTo>
                    <a:cubicBezTo>
                      <a:pt x="0" y="3436"/>
                      <a:pt x="2769" y="6238"/>
                      <a:pt x="6238" y="6238"/>
                    </a:cubicBezTo>
                    <a:lnTo>
                      <a:pt x="11875" y="6238"/>
                    </a:lnTo>
                    <a:cubicBezTo>
                      <a:pt x="15278" y="6238"/>
                      <a:pt x="18080" y="3436"/>
                      <a:pt x="18080" y="0"/>
                    </a:cubicBezTo>
                    <a:close/>
                  </a:path>
                </a:pathLst>
              </a:custGeom>
              <a:solidFill>
                <a:srgbClr val="2B6B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3342550" y="3822350"/>
                <a:ext cx="939875" cy="114275"/>
              </a:xfrm>
              <a:custGeom>
                <a:rect b="b" l="l" r="r" t="t"/>
                <a:pathLst>
                  <a:path extrusionOk="0" h="4571" w="37595">
                    <a:moveTo>
                      <a:pt x="2302" y="0"/>
                    </a:moveTo>
                    <a:cubicBezTo>
                      <a:pt x="1068" y="0"/>
                      <a:pt x="1" y="1001"/>
                      <a:pt x="1" y="2269"/>
                    </a:cubicBezTo>
                    <a:cubicBezTo>
                      <a:pt x="1" y="3536"/>
                      <a:pt x="1002" y="4570"/>
                      <a:pt x="2302" y="4570"/>
                    </a:cubicBezTo>
                    <a:lnTo>
                      <a:pt x="35259" y="4570"/>
                    </a:lnTo>
                    <a:cubicBezTo>
                      <a:pt x="36527" y="4570"/>
                      <a:pt x="37594" y="3536"/>
                      <a:pt x="37528" y="2269"/>
                    </a:cubicBezTo>
                    <a:cubicBezTo>
                      <a:pt x="37528" y="1034"/>
                      <a:pt x="36527" y="0"/>
                      <a:pt x="35259" y="0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3342550" y="3990800"/>
                <a:ext cx="939875" cy="115100"/>
              </a:xfrm>
              <a:custGeom>
                <a:rect b="b" l="l" r="r" t="t"/>
                <a:pathLst>
                  <a:path extrusionOk="0" h="4604" w="37595">
                    <a:moveTo>
                      <a:pt x="2302" y="0"/>
                    </a:moveTo>
                    <a:cubicBezTo>
                      <a:pt x="1068" y="0"/>
                      <a:pt x="1" y="1001"/>
                      <a:pt x="1" y="2302"/>
                    </a:cubicBezTo>
                    <a:cubicBezTo>
                      <a:pt x="1" y="3536"/>
                      <a:pt x="1002" y="4604"/>
                      <a:pt x="2302" y="4604"/>
                    </a:cubicBezTo>
                    <a:lnTo>
                      <a:pt x="35259" y="4604"/>
                    </a:lnTo>
                    <a:cubicBezTo>
                      <a:pt x="36527" y="4604"/>
                      <a:pt x="37594" y="3536"/>
                      <a:pt x="37528" y="2302"/>
                    </a:cubicBezTo>
                    <a:cubicBezTo>
                      <a:pt x="37528" y="1035"/>
                      <a:pt x="36527" y="0"/>
                      <a:pt x="35259" y="0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3342550" y="4160075"/>
                <a:ext cx="939875" cy="114275"/>
              </a:xfrm>
              <a:custGeom>
                <a:rect b="b" l="l" r="r" t="t"/>
                <a:pathLst>
                  <a:path extrusionOk="0" h="4571" w="37595">
                    <a:moveTo>
                      <a:pt x="2302" y="1"/>
                    </a:moveTo>
                    <a:cubicBezTo>
                      <a:pt x="1068" y="1"/>
                      <a:pt x="1" y="1002"/>
                      <a:pt x="1" y="2269"/>
                    </a:cubicBezTo>
                    <a:cubicBezTo>
                      <a:pt x="1" y="3537"/>
                      <a:pt x="1002" y="4571"/>
                      <a:pt x="2302" y="4571"/>
                    </a:cubicBezTo>
                    <a:lnTo>
                      <a:pt x="35259" y="4571"/>
                    </a:lnTo>
                    <a:cubicBezTo>
                      <a:pt x="36527" y="4571"/>
                      <a:pt x="37594" y="3570"/>
                      <a:pt x="37528" y="2269"/>
                    </a:cubicBezTo>
                    <a:cubicBezTo>
                      <a:pt x="37528" y="1035"/>
                      <a:pt x="36527" y="1"/>
                      <a:pt x="35259" y="1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3923800" y="1444875"/>
                <a:ext cx="515400" cy="310625"/>
              </a:xfrm>
              <a:custGeom>
                <a:rect b="b" l="l" r="r" t="t"/>
                <a:pathLst>
                  <a:path extrusionOk="0" h="12425" w="20616">
                    <a:moveTo>
                      <a:pt x="5191" y="1"/>
                    </a:moveTo>
                    <a:cubicBezTo>
                      <a:pt x="3229" y="1"/>
                      <a:pt x="1738" y="577"/>
                      <a:pt x="1168" y="1732"/>
                    </a:cubicBezTo>
                    <a:cubicBezTo>
                      <a:pt x="1" y="4134"/>
                      <a:pt x="3136" y="8070"/>
                      <a:pt x="8207" y="10539"/>
                    </a:cubicBezTo>
                    <a:cubicBezTo>
                      <a:pt x="10795" y="11790"/>
                      <a:pt x="13383" y="12425"/>
                      <a:pt x="15447" y="12425"/>
                    </a:cubicBezTo>
                    <a:cubicBezTo>
                      <a:pt x="17399" y="12425"/>
                      <a:pt x="18880" y="11857"/>
                      <a:pt x="19448" y="10706"/>
                    </a:cubicBezTo>
                    <a:cubicBezTo>
                      <a:pt x="20615" y="8304"/>
                      <a:pt x="17513" y="4401"/>
                      <a:pt x="12410" y="1899"/>
                    </a:cubicBezTo>
                    <a:cubicBezTo>
                      <a:pt x="9830" y="635"/>
                      <a:pt x="7251" y="1"/>
                      <a:pt x="5191" y="1"/>
                    </a:cubicBezTo>
                    <a:close/>
                  </a:path>
                </a:pathLst>
              </a:custGeom>
              <a:solidFill>
                <a:srgbClr val="FFFFFF">
                  <a:alpha val="4235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4475025" y="1823425"/>
                <a:ext cx="155975" cy="156800"/>
              </a:xfrm>
              <a:custGeom>
                <a:rect b="b" l="l" r="r" t="t"/>
                <a:pathLst>
                  <a:path extrusionOk="0" h="6272" w="6239">
                    <a:moveTo>
                      <a:pt x="3136" y="0"/>
                    </a:moveTo>
                    <a:cubicBezTo>
                      <a:pt x="1402" y="0"/>
                      <a:pt x="1" y="1401"/>
                      <a:pt x="1" y="3136"/>
                    </a:cubicBezTo>
                    <a:cubicBezTo>
                      <a:pt x="1" y="4870"/>
                      <a:pt x="1402" y="6271"/>
                      <a:pt x="3136" y="6271"/>
                    </a:cubicBezTo>
                    <a:cubicBezTo>
                      <a:pt x="4838" y="6271"/>
                      <a:pt x="6239" y="4870"/>
                      <a:pt x="6239" y="3136"/>
                    </a:cubicBezTo>
                    <a:cubicBezTo>
                      <a:pt x="6239" y="1401"/>
                      <a:pt x="4838" y="0"/>
                      <a:pt x="3136" y="0"/>
                    </a:cubicBezTo>
                    <a:close/>
                  </a:path>
                </a:pathLst>
              </a:custGeom>
              <a:solidFill>
                <a:srgbClr val="FFFFFF">
                  <a:alpha val="4235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3797875" y="2578125"/>
                <a:ext cx="471200" cy="537075"/>
              </a:xfrm>
              <a:custGeom>
                <a:rect b="b" l="l" r="r" t="t"/>
                <a:pathLst>
                  <a:path extrusionOk="0" h="21483" w="18848">
                    <a:moveTo>
                      <a:pt x="9441" y="0"/>
                    </a:moveTo>
                    <a:cubicBezTo>
                      <a:pt x="4237" y="0"/>
                      <a:pt x="1" y="3069"/>
                      <a:pt x="1" y="6805"/>
                    </a:cubicBezTo>
                    <a:cubicBezTo>
                      <a:pt x="1" y="10341"/>
                      <a:pt x="3804" y="13277"/>
                      <a:pt x="8640" y="13577"/>
                    </a:cubicBezTo>
                    <a:cubicBezTo>
                      <a:pt x="8740" y="13810"/>
                      <a:pt x="8807" y="14077"/>
                      <a:pt x="8941" y="14311"/>
                    </a:cubicBezTo>
                    <a:cubicBezTo>
                      <a:pt x="9141" y="14778"/>
                      <a:pt x="9508" y="15145"/>
                      <a:pt x="9841" y="15578"/>
                    </a:cubicBezTo>
                    <a:cubicBezTo>
                      <a:pt x="11276" y="17246"/>
                      <a:pt x="12476" y="19281"/>
                      <a:pt x="12310" y="21482"/>
                    </a:cubicBezTo>
                    <a:cubicBezTo>
                      <a:pt x="12943" y="21282"/>
                      <a:pt x="13577" y="21082"/>
                      <a:pt x="14144" y="20915"/>
                    </a:cubicBezTo>
                    <a:cubicBezTo>
                      <a:pt x="14311" y="20849"/>
                      <a:pt x="14511" y="20782"/>
                      <a:pt x="14678" y="20648"/>
                    </a:cubicBezTo>
                    <a:cubicBezTo>
                      <a:pt x="15245" y="20181"/>
                      <a:pt x="14945" y="19348"/>
                      <a:pt x="14745" y="18680"/>
                    </a:cubicBezTo>
                    <a:cubicBezTo>
                      <a:pt x="14111" y="16746"/>
                      <a:pt x="14811" y="14611"/>
                      <a:pt x="14645" y="12509"/>
                    </a:cubicBezTo>
                    <a:cubicBezTo>
                      <a:pt x="17146" y="11275"/>
                      <a:pt x="18848" y="9174"/>
                      <a:pt x="18848" y="6805"/>
                    </a:cubicBezTo>
                    <a:cubicBezTo>
                      <a:pt x="18848" y="3069"/>
                      <a:pt x="14645" y="0"/>
                      <a:pt x="9441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>
                <a:off x="3165775" y="2016050"/>
                <a:ext cx="1226725" cy="795600"/>
              </a:xfrm>
              <a:custGeom>
                <a:rect b="b" l="l" r="r" t="t"/>
                <a:pathLst>
                  <a:path extrusionOk="0" h="31824" w="49069">
                    <a:moveTo>
                      <a:pt x="22683" y="1"/>
                    </a:moveTo>
                    <a:cubicBezTo>
                      <a:pt x="20848" y="1"/>
                      <a:pt x="19180" y="734"/>
                      <a:pt x="17946" y="1902"/>
                    </a:cubicBezTo>
                    <a:cubicBezTo>
                      <a:pt x="17046" y="1435"/>
                      <a:pt x="16012" y="1135"/>
                      <a:pt x="14877" y="1135"/>
                    </a:cubicBezTo>
                    <a:cubicBezTo>
                      <a:pt x="12009" y="1135"/>
                      <a:pt x="9540" y="2936"/>
                      <a:pt x="8573" y="5438"/>
                    </a:cubicBezTo>
                    <a:cubicBezTo>
                      <a:pt x="3836" y="5438"/>
                      <a:pt x="0" y="9307"/>
                      <a:pt x="0" y="14011"/>
                    </a:cubicBezTo>
                    <a:cubicBezTo>
                      <a:pt x="0" y="18247"/>
                      <a:pt x="3036" y="21783"/>
                      <a:pt x="7072" y="22483"/>
                    </a:cubicBezTo>
                    <a:cubicBezTo>
                      <a:pt x="8606" y="25419"/>
                      <a:pt x="12209" y="27420"/>
                      <a:pt x="16345" y="27420"/>
                    </a:cubicBezTo>
                    <a:cubicBezTo>
                      <a:pt x="17046" y="27420"/>
                      <a:pt x="17746" y="27387"/>
                      <a:pt x="18413" y="27253"/>
                    </a:cubicBezTo>
                    <a:cubicBezTo>
                      <a:pt x="20081" y="29922"/>
                      <a:pt x="24751" y="31823"/>
                      <a:pt x="30222" y="31823"/>
                    </a:cubicBezTo>
                    <a:cubicBezTo>
                      <a:pt x="34458" y="31823"/>
                      <a:pt x="38194" y="30656"/>
                      <a:pt x="40429" y="28921"/>
                    </a:cubicBezTo>
                    <a:cubicBezTo>
                      <a:pt x="41029" y="29088"/>
                      <a:pt x="41630" y="29155"/>
                      <a:pt x="42264" y="29155"/>
                    </a:cubicBezTo>
                    <a:cubicBezTo>
                      <a:pt x="46033" y="29155"/>
                      <a:pt x="49068" y="26119"/>
                      <a:pt x="49068" y="22350"/>
                    </a:cubicBezTo>
                    <a:cubicBezTo>
                      <a:pt x="49035" y="20615"/>
                      <a:pt x="48268" y="18914"/>
                      <a:pt x="47067" y="17713"/>
                    </a:cubicBezTo>
                    <a:cubicBezTo>
                      <a:pt x="47701" y="16479"/>
                      <a:pt x="48068" y="15078"/>
                      <a:pt x="48068" y="13610"/>
                    </a:cubicBezTo>
                    <a:cubicBezTo>
                      <a:pt x="48068" y="8740"/>
                      <a:pt x="44098" y="4737"/>
                      <a:pt x="39195" y="4737"/>
                    </a:cubicBezTo>
                    <a:cubicBezTo>
                      <a:pt x="38895" y="4737"/>
                      <a:pt x="38628" y="4737"/>
                      <a:pt x="38394" y="4771"/>
                    </a:cubicBezTo>
                    <a:cubicBezTo>
                      <a:pt x="37260" y="2636"/>
                      <a:pt x="35025" y="1168"/>
                      <a:pt x="32423" y="1168"/>
                    </a:cubicBezTo>
                    <a:cubicBezTo>
                      <a:pt x="30789" y="1168"/>
                      <a:pt x="29288" y="1769"/>
                      <a:pt x="28087" y="2736"/>
                    </a:cubicBezTo>
                    <a:cubicBezTo>
                      <a:pt x="26853" y="1101"/>
                      <a:pt x="24885" y="1"/>
                      <a:pt x="22683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9"/>
              <p:cNvSpPr/>
              <p:nvPr/>
            </p:nvSpPr>
            <p:spPr>
              <a:xfrm>
                <a:off x="3341725" y="2142575"/>
                <a:ext cx="284275" cy="321875"/>
              </a:xfrm>
              <a:custGeom>
                <a:rect b="b" l="l" r="r" t="t"/>
                <a:pathLst>
                  <a:path extrusionOk="0" h="12875" w="11371">
                    <a:moveTo>
                      <a:pt x="10717" y="0"/>
                    </a:moveTo>
                    <a:cubicBezTo>
                      <a:pt x="10683" y="0"/>
                      <a:pt x="10646" y="3"/>
                      <a:pt x="10608" y="10"/>
                    </a:cubicBezTo>
                    <a:cubicBezTo>
                      <a:pt x="8940" y="210"/>
                      <a:pt x="7139" y="477"/>
                      <a:pt x="5938" y="1811"/>
                    </a:cubicBezTo>
                    <a:cubicBezTo>
                      <a:pt x="5471" y="2312"/>
                      <a:pt x="5171" y="2845"/>
                      <a:pt x="5037" y="3512"/>
                    </a:cubicBezTo>
                    <a:cubicBezTo>
                      <a:pt x="4871" y="4413"/>
                      <a:pt x="5538" y="6148"/>
                      <a:pt x="4670" y="6815"/>
                    </a:cubicBezTo>
                    <a:cubicBezTo>
                      <a:pt x="4037" y="7248"/>
                      <a:pt x="2969" y="7182"/>
                      <a:pt x="2269" y="7515"/>
                    </a:cubicBezTo>
                    <a:cubicBezTo>
                      <a:pt x="1702" y="7749"/>
                      <a:pt x="1201" y="8149"/>
                      <a:pt x="868" y="8616"/>
                    </a:cubicBezTo>
                    <a:cubicBezTo>
                      <a:pt x="0" y="9850"/>
                      <a:pt x="34" y="11318"/>
                      <a:pt x="668" y="12586"/>
                    </a:cubicBezTo>
                    <a:cubicBezTo>
                      <a:pt x="769" y="12789"/>
                      <a:pt x="936" y="12874"/>
                      <a:pt x="1109" y="12874"/>
                    </a:cubicBezTo>
                    <a:cubicBezTo>
                      <a:pt x="1504" y="12874"/>
                      <a:pt x="1934" y="12429"/>
                      <a:pt x="1702" y="11918"/>
                    </a:cubicBezTo>
                    <a:cubicBezTo>
                      <a:pt x="634" y="9717"/>
                      <a:pt x="2469" y="8683"/>
                      <a:pt x="4203" y="8182"/>
                    </a:cubicBezTo>
                    <a:cubicBezTo>
                      <a:pt x="4937" y="7982"/>
                      <a:pt x="5604" y="7749"/>
                      <a:pt x="6005" y="7148"/>
                    </a:cubicBezTo>
                    <a:cubicBezTo>
                      <a:pt x="6472" y="6481"/>
                      <a:pt x="6372" y="5881"/>
                      <a:pt x="6338" y="5147"/>
                    </a:cubicBezTo>
                    <a:cubicBezTo>
                      <a:pt x="6272" y="3746"/>
                      <a:pt x="6138" y="3045"/>
                      <a:pt x="7339" y="2178"/>
                    </a:cubicBezTo>
                    <a:cubicBezTo>
                      <a:pt x="8273" y="1478"/>
                      <a:pt x="9474" y="1344"/>
                      <a:pt x="10608" y="1211"/>
                    </a:cubicBezTo>
                    <a:cubicBezTo>
                      <a:pt x="11305" y="1147"/>
                      <a:pt x="11370" y="0"/>
                      <a:pt x="10717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3801225" y="2163150"/>
                <a:ext cx="291150" cy="285275"/>
              </a:xfrm>
              <a:custGeom>
                <a:rect b="b" l="l" r="r" t="t"/>
                <a:pathLst>
                  <a:path extrusionOk="0" h="11411" w="11646">
                    <a:moveTo>
                      <a:pt x="1459" y="0"/>
                    </a:moveTo>
                    <a:cubicBezTo>
                      <a:pt x="1279" y="0"/>
                      <a:pt x="1097" y="76"/>
                      <a:pt x="968" y="254"/>
                    </a:cubicBezTo>
                    <a:cubicBezTo>
                      <a:pt x="134" y="1522"/>
                      <a:pt x="0" y="3256"/>
                      <a:pt x="334" y="4691"/>
                    </a:cubicBezTo>
                    <a:cubicBezTo>
                      <a:pt x="734" y="6325"/>
                      <a:pt x="1568" y="6058"/>
                      <a:pt x="2769" y="6592"/>
                    </a:cubicBezTo>
                    <a:cubicBezTo>
                      <a:pt x="4403" y="7359"/>
                      <a:pt x="4103" y="9594"/>
                      <a:pt x="5638" y="10662"/>
                    </a:cubicBezTo>
                    <a:cubicBezTo>
                      <a:pt x="6489" y="11229"/>
                      <a:pt x="7434" y="11410"/>
                      <a:pt x="8398" y="11410"/>
                    </a:cubicBezTo>
                    <a:cubicBezTo>
                      <a:pt x="9248" y="11410"/>
                      <a:pt x="10113" y="11269"/>
                      <a:pt x="10941" y="11129"/>
                    </a:cubicBezTo>
                    <a:cubicBezTo>
                      <a:pt x="11645" y="11033"/>
                      <a:pt x="11429" y="9955"/>
                      <a:pt x="10704" y="9955"/>
                    </a:cubicBezTo>
                    <a:cubicBezTo>
                      <a:pt x="10673" y="9955"/>
                      <a:pt x="10641" y="9957"/>
                      <a:pt x="10608" y="9961"/>
                    </a:cubicBezTo>
                    <a:cubicBezTo>
                      <a:pt x="9940" y="10074"/>
                      <a:pt x="9214" y="10180"/>
                      <a:pt x="8513" y="10180"/>
                    </a:cubicBezTo>
                    <a:cubicBezTo>
                      <a:pt x="7148" y="10180"/>
                      <a:pt x="5877" y="9780"/>
                      <a:pt x="5304" y="8260"/>
                    </a:cubicBezTo>
                    <a:cubicBezTo>
                      <a:pt x="5037" y="7560"/>
                      <a:pt x="5104" y="6692"/>
                      <a:pt x="4503" y="6092"/>
                    </a:cubicBezTo>
                    <a:cubicBezTo>
                      <a:pt x="3970" y="5525"/>
                      <a:pt x="3436" y="5658"/>
                      <a:pt x="2736" y="5391"/>
                    </a:cubicBezTo>
                    <a:cubicBezTo>
                      <a:pt x="934" y="4724"/>
                      <a:pt x="1068" y="2256"/>
                      <a:pt x="1968" y="888"/>
                    </a:cubicBezTo>
                    <a:cubicBezTo>
                      <a:pt x="2296" y="420"/>
                      <a:pt x="1884" y="0"/>
                      <a:pt x="1459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3412600" y="2364925"/>
                <a:ext cx="452325" cy="259050"/>
              </a:xfrm>
              <a:custGeom>
                <a:rect b="b" l="l" r="r" t="t"/>
                <a:pathLst>
                  <a:path extrusionOk="0" h="10362" w="18093">
                    <a:moveTo>
                      <a:pt x="14225" y="0"/>
                    </a:moveTo>
                    <a:cubicBezTo>
                      <a:pt x="13870" y="0"/>
                      <a:pt x="13517" y="50"/>
                      <a:pt x="13177" y="156"/>
                    </a:cubicBezTo>
                    <a:cubicBezTo>
                      <a:pt x="12109" y="489"/>
                      <a:pt x="11042" y="1357"/>
                      <a:pt x="10375" y="2257"/>
                    </a:cubicBezTo>
                    <a:cubicBezTo>
                      <a:pt x="10141" y="2591"/>
                      <a:pt x="9975" y="3024"/>
                      <a:pt x="9674" y="3325"/>
                    </a:cubicBezTo>
                    <a:cubicBezTo>
                      <a:pt x="9005" y="3994"/>
                      <a:pt x="8015" y="4190"/>
                      <a:pt x="7063" y="4190"/>
                    </a:cubicBezTo>
                    <a:cubicBezTo>
                      <a:pt x="6829" y="4190"/>
                      <a:pt x="6596" y="4178"/>
                      <a:pt x="6372" y="4159"/>
                    </a:cubicBezTo>
                    <a:cubicBezTo>
                      <a:pt x="5391" y="4064"/>
                      <a:pt x="4367" y="3703"/>
                      <a:pt x="3427" y="3703"/>
                    </a:cubicBezTo>
                    <a:cubicBezTo>
                      <a:pt x="2705" y="3703"/>
                      <a:pt x="2033" y="3916"/>
                      <a:pt x="1469" y="4626"/>
                    </a:cubicBezTo>
                    <a:cubicBezTo>
                      <a:pt x="1" y="6460"/>
                      <a:pt x="168" y="8528"/>
                      <a:pt x="1802" y="10163"/>
                    </a:cubicBezTo>
                    <a:cubicBezTo>
                      <a:pt x="1927" y="10303"/>
                      <a:pt x="2070" y="10362"/>
                      <a:pt x="2209" y="10362"/>
                    </a:cubicBezTo>
                    <a:cubicBezTo>
                      <a:pt x="2663" y="10362"/>
                      <a:pt x="3070" y="9738"/>
                      <a:pt x="2636" y="9329"/>
                    </a:cubicBezTo>
                    <a:cubicBezTo>
                      <a:pt x="1602" y="8295"/>
                      <a:pt x="1268" y="6827"/>
                      <a:pt x="2269" y="5626"/>
                    </a:cubicBezTo>
                    <a:cubicBezTo>
                      <a:pt x="2675" y="5124"/>
                      <a:pt x="3058" y="4980"/>
                      <a:pt x="3504" y="4980"/>
                    </a:cubicBezTo>
                    <a:cubicBezTo>
                      <a:pt x="3827" y="4980"/>
                      <a:pt x="4183" y="5056"/>
                      <a:pt x="4604" y="5126"/>
                    </a:cubicBezTo>
                    <a:cubicBezTo>
                      <a:pt x="5453" y="5288"/>
                      <a:pt x="6322" y="5441"/>
                      <a:pt x="7188" y="5441"/>
                    </a:cubicBezTo>
                    <a:cubicBezTo>
                      <a:pt x="7922" y="5441"/>
                      <a:pt x="8655" y="5332"/>
                      <a:pt x="9374" y="5026"/>
                    </a:cubicBezTo>
                    <a:cubicBezTo>
                      <a:pt x="10508" y="4592"/>
                      <a:pt x="10708" y="3825"/>
                      <a:pt x="11442" y="2958"/>
                    </a:cubicBezTo>
                    <a:cubicBezTo>
                      <a:pt x="12236" y="1937"/>
                      <a:pt x="13363" y="1323"/>
                      <a:pt x="14475" y="1323"/>
                    </a:cubicBezTo>
                    <a:cubicBezTo>
                      <a:pt x="15325" y="1323"/>
                      <a:pt x="16167" y="1681"/>
                      <a:pt x="16846" y="2491"/>
                    </a:cubicBezTo>
                    <a:cubicBezTo>
                      <a:pt x="16968" y="2637"/>
                      <a:pt x="17111" y="2698"/>
                      <a:pt x="17251" y="2698"/>
                    </a:cubicBezTo>
                    <a:cubicBezTo>
                      <a:pt x="17687" y="2698"/>
                      <a:pt x="18092" y="2103"/>
                      <a:pt x="17713" y="1623"/>
                    </a:cubicBezTo>
                    <a:cubicBezTo>
                      <a:pt x="16899" y="677"/>
                      <a:pt x="15546" y="0"/>
                      <a:pt x="14225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>
                <a:off x="3784300" y="2501075"/>
                <a:ext cx="448925" cy="187500"/>
              </a:xfrm>
              <a:custGeom>
                <a:rect b="b" l="l" r="r" t="t"/>
                <a:pathLst>
                  <a:path extrusionOk="0" h="7500" w="17957">
                    <a:moveTo>
                      <a:pt x="938" y="1"/>
                    </a:moveTo>
                    <a:cubicBezTo>
                      <a:pt x="710" y="1"/>
                      <a:pt x="496" y="124"/>
                      <a:pt x="444" y="414"/>
                    </a:cubicBezTo>
                    <a:cubicBezTo>
                      <a:pt x="0" y="3280"/>
                      <a:pt x="2175" y="6697"/>
                      <a:pt x="5113" y="6697"/>
                    </a:cubicBezTo>
                    <a:cubicBezTo>
                      <a:pt x="5491" y="6697"/>
                      <a:pt x="5882" y="6640"/>
                      <a:pt x="6281" y="6518"/>
                    </a:cubicBezTo>
                    <a:cubicBezTo>
                      <a:pt x="6815" y="6351"/>
                      <a:pt x="7182" y="5951"/>
                      <a:pt x="7682" y="5718"/>
                    </a:cubicBezTo>
                    <a:cubicBezTo>
                      <a:pt x="8218" y="5454"/>
                      <a:pt x="8696" y="5344"/>
                      <a:pt x="9139" y="5344"/>
                    </a:cubicBezTo>
                    <a:cubicBezTo>
                      <a:pt x="10324" y="5344"/>
                      <a:pt x="11251" y="6132"/>
                      <a:pt x="12319" y="6885"/>
                    </a:cubicBezTo>
                    <a:cubicBezTo>
                      <a:pt x="12937" y="7331"/>
                      <a:pt x="13454" y="7500"/>
                      <a:pt x="13930" y="7500"/>
                    </a:cubicBezTo>
                    <a:cubicBezTo>
                      <a:pt x="15020" y="7500"/>
                      <a:pt x="15896" y="6616"/>
                      <a:pt x="17289" y="6151"/>
                    </a:cubicBezTo>
                    <a:cubicBezTo>
                      <a:pt x="17957" y="5908"/>
                      <a:pt x="17741" y="4920"/>
                      <a:pt x="17143" y="4920"/>
                    </a:cubicBezTo>
                    <a:cubicBezTo>
                      <a:pt x="17084" y="4920"/>
                      <a:pt x="17022" y="4929"/>
                      <a:pt x="16956" y="4950"/>
                    </a:cubicBezTo>
                    <a:cubicBezTo>
                      <a:pt x="16322" y="5184"/>
                      <a:pt x="15821" y="5584"/>
                      <a:pt x="15188" y="5851"/>
                    </a:cubicBezTo>
                    <a:cubicBezTo>
                      <a:pt x="14740" y="6039"/>
                      <a:pt x="14378" y="6119"/>
                      <a:pt x="14066" y="6119"/>
                    </a:cubicBezTo>
                    <a:cubicBezTo>
                      <a:pt x="13216" y="6119"/>
                      <a:pt x="12730" y="5527"/>
                      <a:pt x="11852" y="4917"/>
                    </a:cubicBezTo>
                    <a:cubicBezTo>
                      <a:pt x="11094" y="4386"/>
                      <a:pt x="10164" y="4143"/>
                      <a:pt x="9235" y="4143"/>
                    </a:cubicBezTo>
                    <a:cubicBezTo>
                      <a:pt x="8938" y="4143"/>
                      <a:pt x="8641" y="4168"/>
                      <a:pt x="8349" y="4216"/>
                    </a:cubicBezTo>
                    <a:cubicBezTo>
                      <a:pt x="7349" y="4383"/>
                      <a:pt x="6682" y="5084"/>
                      <a:pt x="5714" y="5351"/>
                    </a:cubicBezTo>
                    <a:cubicBezTo>
                      <a:pt x="5501" y="5404"/>
                      <a:pt x="5290" y="5429"/>
                      <a:pt x="5082" y="5429"/>
                    </a:cubicBezTo>
                    <a:cubicBezTo>
                      <a:pt x="2953" y="5429"/>
                      <a:pt x="1210" y="2781"/>
                      <a:pt x="1545" y="714"/>
                    </a:cubicBezTo>
                    <a:cubicBezTo>
                      <a:pt x="1666" y="290"/>
                      <a:pt x="1286" y="1"/>
                      <a:pt x="938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>
                <a:off x="4080575" y="2184225"/>
                <a:ext cx="205925" cy="242950"/>
              </a:xfrm>
              <a:custGeom>
                <a:rect b="b" l="l" r="r" t="t"/>
                <a:pathLst>
                  <a:path extrusionOk="0" h="9718" w="8237">
                    <a:moveTo>
                      <a:pt x="793" y="1"/>
                    </a:moveTo>
                    <a:cubicBezTo>
                      <a:pt x="557" y="1"/>
                      <a:pt x="333" y="125"/>
                      <a:pt x="268" y="412"/>
                    </a:cubicBezTo>
                    <a:cubicBezTo>
                      <a:pt x="1" y="1513"/>
                      <a:pt x="34" y="2847"/>
                      <a:pt x="1035" y="3514"/>
                    </a:cubicBezTo>
                    <a:cubicBezTo>
                      <a:pt x="1535" y="3848"/>
                      <a:pt x="2102" y="3881"/>
                      <a:pt x="2669" y="3881"/>
                    </a:cubicBezTo>
                    <a:cubicBezTo>
                      <a:pt x="2920" y="3881"/>
                      <a:pt x="3158" y="3854"/>
                      <a:pt x="3379" y="3854"/>
                    </a:cubicBezTo>
                    <a:cubicBezTo>
                      <a:pt x="3897" y="3854"/>
                      <a:pt x="4324" y="4001"/>
                      <a:pt x="4604" y="4982"/>
                    </a:cubicBezTo>
                    <a:cubicBezTo>
                      <a:pt x="4671" y="5349"/>
                      <a:pt x="4537" y="6049"/>
                      <a:pt x="4504" y="6383"/>
                    </a:cubicBezTo>
                    <a:cubicBezTo>
                      <a:pt x="4371" y="7317"/>
                      <a:pt x="4037" y="8251"/>
                      <a:pt x="4771" y="9052"/>
                    </a:cubicBezTo>
                    <a:cubicBezTo>
                      <a:pt x="5184" y="9501"/>
                      <a:pt x="5753" y="9718"/>
                      <a:pt x="6330" y="9718"/>
                    </a:cubicBezTo>
                    <a:cubicBezTo>
                      <a:pt x="6824" y="9718"/>
                      <a:pt x="7325" y="9559"/>
                      <a:pt x="7740" y="9252"/>
                    </a:cubicBezTo>
                    <a:cubicBezTo>
                      <a:pt x="8236" y="8893"/>
                      <a:pt x="7912" y="8102"/>
                      <a:pt x="7427" y="8102"/>
                    </a:cubicBezTo>
                    <a:cubicBezTo>
                      <a:pt x="7325" y="8102"/>
                      <a:pt x="7216" y="8137"/>
                      <a:pt x="7106" y="8218"/>
                    </a:cubicBezTo>
                    <a:cubicBezTo>
                      <a:pt x="6904" y="8419"/>
                      <a:pt x="6697" y="8518"/>
                      <a:pt x="6484" y="8518"/>
                    </a:cubicBezTo>
                    <a:cubicBezTo>
                      <a:pt x="6170" y="8518"/>
                      <a:pt x="5843" y="8302"/>
                      <a:pt x="5505" y="7884"/>
                    </a:cubicBezTo>
                    <a:cubicBezTo>
                      <a:pt x="5505" y="7651"/>
                      <a:pt x="5572" y="7350"/>
                      <a:pt x="5605" y="7083"/>
                    </a:cubicBezTo>
                    <a:cubicBezTo>
                      <a:pt x="5638" y="6817"/>
                      <a:pt x="5672" y="6483"/>
                      <a:pt x="5738" y="6183"/>
                    </a:cubicBezTo>
                    <a:cubicBezTo>
                      <a:pt x="5805" y="5416"/>
                      <a:pt x="5838" y="4648"/>
                      <a:pt x="5572" y="3981"/>
                    </a:cubicBezTo>
                    <a:cubicBezTo>
                      <a:pt x="5271" y="3347"/>
                      <a:pt x="4804" y="2914"/>
                      <a:pt x="4104" y="2714"/>
                    </a:cubicBezTo>
                    <a:cubicBezTo>
                      <a:pt x="3981" y="2689"/>
                      <a:pt x="3857" y="2683"/>
                      <a:pt x="3734" y="2683"/>
                    </a:cubicBezTo>
                    <a:cubicBezTo>
                      <a:pt x="3599" y="2683"/>
                      <a:pt x="3465" y="2690"/>
                      <a:pt x="3330" y="2690"/>
                    </a:cubicBezTo>
                    <a:cubicBezTo>
                      <a:pt x="3254" y="2690"/>
                      <a:pt x="3179" y="2688"/>
                      <a:pt x="3103" y="2680"/>
                    </a:cubicBezTo>
                    <a:cubicBezTo>
                      <a:pt x="1735" y="2514"/>
                      <a:pt x="1068" y="2147"/>
                      <a:pt x="1435" y="746"/>
                    </a:cubicBezTo>
                    <a:cubicBezTo>
                      <a:pt x="1557" y="299"/>
                      <a:pt x="1160" y="1"/>
                      <a:pt x="793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3528525" y="2108400"/>
                <a:ext cx="236850" cy="272600"/>
              </a:xfrm>
              <a:custGeom>
                <a:rect b="b" l="l" r="r" t="t"/>
                <a:pathLst>
                  <a:path extrusionOk="0" h="10904" w="9474">
                    <a:moveTo>
                      <a:pt x="8544" y="0"/>
                    </a:moveTo>
                    <a:cubicBezTo>
                      <a:pt x="8448" y="0"/>
                      <a:pt x="8345" y="23"/>
                      <a:pt x="8240" y="76"/>
                    </a:cubicBezTo>
                    <a:cubicBezTo>
                      <a:pt x="7172" y="610"/>
                      <a:pt x="6305" y="1277"/>
                      <a:pt x="6405" y="2578"/>
                    </a:cubicBezTo>
                    <a:cubicBezTo>
                      <a:pt x="6472" y="3212"/>
                      <a:pt x="6839" y="3712"/>
                      <a:pt x="6972" y="4279"/>
                    </a:cubicBezTo>
                    <a:cubicBezTo>
                      <a:pt x="7155" y="5495"/>
                      <a:pt x="6367" y="6407"/>
                      <a:pt x="5241" y="6407"/>
                    </a:cubicBezTo>
                    <a:cubicBezTo>
                      <a:pt x="5131" y="6407"/>
                      <a:pt x="5019" y="6398"/>
                      <a:pt x="4904" y="6380"/>
                    </a:cubicBezTo>
                    <a:cubicBezTo>
                      <a:pt x="4287" y="6264"/>
                      <a:pt x="3820" y="6139"/>
                      <a:pt x="3361" y="6139"/>
                    </a:cubicBezTo>
                    <a:cubicBezTo>
                      <a:pt x="2903" y="6139"/>
                      <a:pt x="2452" y="6264"/>
                      <a:pt x="1868" y="6647"/>
                    </a:cubicBezTo>
                    <a:cubicBezTo>
                      <a:pt x="501" y="7615"/>
                      <a:pt x="0" y="9116"/>
                      <a:pt x="901" y="10583"/>
                    </a:cubicBezTo>
                    <a:cubicBezTo>
                      <a:pt x="1052" y="10810"/>
                      <a:pt x="1262" y="10904"/>
                      <a:pt x="1464" y="10904"/>
                    </a:cubicBezTo>
                    <a:cubicBezTo>
                      <a:pt x="1886" y="10904"/>
                      <a:pt x="2273" y="10491"/>
                      <a:pt x="2002" y="10016"/>
                    </a:cubicBezTo>
                    <a:lnTo>
                      <a:pt x="2369" y="7882"/>
                    </a:lnTo>
                    <a:cubicBezTo>
                      <a:pt x="2669" y="7715"/>
                      <a:pt x="2969" y="7515"/>
                      <a:pt x="3203" y="7348"/>
                    </a:cubicBezTo>
                    <a:cubicBezTo>
                      <a:pt x="3358" y="7306"/>
                      <a:pt x="3478" y="7291"/>
                      <a:pt x="3580" y="7291"/>
                    </a:cubicBezTo>
                    <a:cubicBezTo>
                      <a:pt x="3808" y="7291"/>
                      <a:pt x="3950" y="7369"/>
                      <a:pt x="4203" y="7415"/>
                    </a:cubicBezTo>
                    <a:cubicBezTo>
                      <a:pt x="4570" y="7481"/>
                      <a:pt x="4904" y="7715"/>
                      <a:pt x="5304" y="7715"/>
                    </a:cubicBezTo>
                    <a:cubicBezTo>
                      <a:pt x="5358" y="7719"/>
                      <a:pt x="5412" y="7721"/>
                      <a:pt x="5465" y="7721"/>
                    </a:cubicBezTo>
                    <a:cubicBezTo>
                      <a:pt x="6304" y="7721"/>
                      <a:pt x="7071" y="7237"/>
                      <a:pt x="7573" y="6547"/>
                    </a:cubicBezTo>
                    <a:cubicBezTo>
                      <a:pt x="8073" y="5913"/>
                      <a:pt x="8340" y="5146"/>
                      <a:pt x="8206" y="4379"/>
                    </a:cubicBezTo>
                    <a:cubicBezTo>
                      <a:pt x="8006" y="2878"/>
                      <a:pt x="7072" y="2044"/>
                      <a:pt x="8873" y="1110"/>
                    </a:cubicBezTo>
                    <a:cubicBezTo>
                      <a:pt x="9473" y="824"/>
                      <a:pt x="9119" y="0"/>
                      <a:pt x="8544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3537000" y="2567025"/>
                <a:ext cx="281500" cy="149125"/>
              </a:xfrm>
              <a:custGeom>
                <a:rect b="b" l="l" r="r" t="t"/>
                <a:pathLst>
                  <a:path extrusionOk="0" h="5965" w="11260">
                    <a:moveTo>
                      <a:pt x="4408" y="0"/>
                    </a:moveTo>
                    <a:cubicBezTo>
                      <a:pt x="3042" y="0"/>
                      <a:pt x="1538" y="789"/>
                      <a:pt x="529" y="1445"/>
                    </a:cubicBezTo>
                    <a:cubicBezTo>
                      <a:pt x="1" y="1834"/>
                      <a:pt x="329" y="2616"/>
                      <a:pt x="839" y="2616"/>
                    </a:cubicBezTo>
                    <a:cubicBezTo>
                      <a:pt x="941" y="2616"/>
                      <a:pt x="1051" y="2585"/>
                      <a:pt x="1163" y="2512"/>
                    </a:cubicBezTo>
                    <a:cubicBezTo>
                      <a:pt x="1910" y="1967"/>
                      <a:pt x="3048" y="1287"/>
                      <a:pt x="4038" y="1287"/>
                    </a:cubicBezTo>
                    <a:cubicBezTo>
                      <a:pt x="4682" y="1287"/>
                      <a:pt x="5264" y="1576"/>
                      <a:pt x="5632" y="2379"/>
                    </a:cubicBezTo>
                    <a:cubicBezTo>
                      <a:pt x="5966" y="3113"/>
                      <a:pt x="5899" y="3780"/>
                      <a:pt x="6500" y="4514"/>
                    </a:cubicBezTo>
                    <a:cubicBezTo>
                      <a:pt x="7338" y="5520"/>
                      <a:pt x="8504" y="5964"/>
                      <a:pt x="9763" y="5964"/>
                    </a:cubicBezTo>
                    <a:cubicBezTo>
                      <a:pt x="10006" y="5964"/>
                      <a:pt x="10254" y="5947"/>
                      <a:pt x="10503" y="5915"/>
                    </a:cubicBezTo>
                    <a:cubicBezTo>
                      <a:pt x="11260" y="5789"/>
                      <a:pt x="10972" y="4737"/>
                      <a:pt x="10289" y="4737"/>
                    </a:cubicBezTo>
                    <a:cubicBezTo>
                      <a:pt x="10250" y="4737"/>
                      <a:pt x="10210" y="4740"/>
                      <a:pt x="10169" y="4747"/>
                    </a:cubicBezTo>
                    <a:cubicBezTo>
                      <a:pt x="9971" y="4776"/>
                      <a:pt x="9786" y="4790"/>
                      <a:pt x="9611" y="4790"/>
                    </a:cubicBezTo>
                    <a:cubicBezTo>
                      <a:pt x="7956" y="4790"/>
                      <a:pt x="7279" y="3557"/>
                      <a:pt x="6767" y="2079"/>
                    </a:cubicBezTo>
                    <a:cubicBezTo>
                      <a:pt x="6533" y="1312"/>
                      <a:pt x="6400" y="711"/>
                      <a:pt x="5666" y="278"/>
                    </a:cubicBezTo>
                    <a:cubicBezTo>
                      <a:pt x="5275" y="82"/>
                      <a:pt x="4849" y="0"/>
                      <a:pt x="4408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3213300" y="2218675"/>
                <a:ext cx="168475" cy="238975"/>
              </a:xfrm>
              <a:custGeom>
                <a:rect b="b" l="l" r="r" t="t"/>
                <a:pathLst>
                  <a:path extrusionOk="0" h="9559" w="6739">
                    <a:moveTo>
                      <a:pt x="5833" y="0"/>
                    </a:moveTo>
                    <a:cubicBezTo>
                      <a:pt x="5467" y="0"/>
                      <a:pt x="5097" y="305"/>
                      <a:pt x="5238" y="769"/>
                    </a:cubicBezTo>
                    <a:cubicBezTo>
                      <a:pt x="5738" y="2670"/>
                      <a:pt x="3136" y="2470"/>
                      <a:pt x="2169" y="3004"/>
                    </a:cubicBezTo>
                    <a:cubicBezTo>
                      <a:pt x="1568" y="3370"/>
                      <a:pt x="1068" y="3971"/>
                      <a:pt x="734" y="4638"/>
                    </a:cubicBezTo>
                    <a:cubicBezTo>
                      <a:pt x="0" y="6206"/>
                      <a:pt x="467" y="7940"/>
                      <a:pt x="1368" y="9275"/>
                    </a:cubicBezTo>
                    <a:cubicBezTo>
                      <a:pt x="1509" y="9476"/>
                      <a:pt x="1705" y="9559"/>
                      <a:pt x="1897" y="9559"/>
                    </a:cubicBezTo>
                    <a:cubicBezTo>
                      <a:pt x="2340" y="9559"/>
                      <a:pt x="2761" y="9117"/>
                      <a:pt x="2436" y="8674"/>
                    </a:cubicBezTo>
                    <a:cubicBezTo>
                      <a:pt x="1668" y="7540"/>
                      <a:pt x="1235" y="6139"/>
                      <a:pt x="1969" y="4872"/>
                    </a:cubicBezTo>
                    <a:cubicBezTo>
                      <a:pt x="2736" y="3637"/>
                      <a:pt x="4003" y="3938"/>
                      <a:pt x="5171" y="3370"/>
                    </a:cubicBezTo>
                    <a:cubicBezTo>
                      <a:pt x="6338" y="2837"/>
                      <a:pt x="6739" y="1603"/>
                      <a:pt x="6405" y="435"/>
                    </a:cubicBezTo>
                    <a:cubicBezTo>
                      <a:pt x="6313" y="131"/>
                      <a:pt x="6074" y="0"/>
                      <a:pt x="5833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3901800" y="2474300"/>
                <a:ext cx="391975" cy="135575"/>
              </a:xfrm>
              <a:custGeom>
                <a:rect b="b" l="l" r="r" t="t"/>
                <a:pathLst>
                  <a:path extrusionOk="0" h="5423" w="15679">
                    <a:moveTo>
                      <a:pt x="827" y="0"/>
                    </a:moveTo>
                    <a:cubicBezTo>
                      <a:pt x="422" y="0"/>
                      <a:pt x="0" y="451"/>
                      <a:pt x="280" y="918"/>
                    </a:cubicBezTo>
                    <a:cubicBezTo>
                      <a:pt x="1381" y="2819"/>
                      <a:pt x="4050" y="3453"/>
                      <a:pt x="6118" y="3586"/>
                    </a:cubicBezTo>
                    <a:cubicBezTo>
                      <a:pt x="6233" y="3593"/>
                      <a:pt x="6346" y="3596"/>
                      <a:pt x="6458" y="3596"/>
                    </a:cubicBezTo>
                    <a:cubicBezTo>
                      <a:pt x="7449" y="3596"/>
                      <a:pt x="8321" y="3335"/>
                      <a:pt x="9220" y="2886"/>
                    </a:cubicBezTo>
                    <a:cubicBezTo>
                      <a:pt x="9887" y="2552"/>
                      <a:pt x="10521" y="2052"/>
                      <a:pt x="11255" y="1885"/>
                    </a:cubicBezTo>
                    <a:cubicBezTo>
                      <a:pt x="11452" y="1834"/>
                      <a:pt x="11647" y="1810"/>
                      <a:pt x="11837" y="1810"/>
                    </a:cubicBezTo>
                    <a:cubicBezTo>
                      <a:pt x="13249" y="1810"/>
                      <a:pt x="14357" y="3154"/>
                      <a:pt x="13857" y="4654"/>
                    </a:cubicBezTo>
                    <a:cubicBezTo>
                      <a:pt x="13716" y="5117"/>
                      <a:pt x="14098" y="5422"/>
                      <a:pt x="14474" y="5422"/>
                    </a:cubicBezTo>
                    <a:cubicBezTo>
                      <a:pt x="14721" y="5422"/>
                      <a:pt x="14965" y="5291"/>
                      <a:pt x="15058" y="4987"/>
                    </a:cubicBezTo>
                    <a:cubicBezTo>
                      <a:pt x="15678" y="3031"/>
                      <a:pt x="14103" y="440"/>
                      <a:pt x="11946" y="440"/>
                    </a:cubicBezTo>
                    <a:cubicBezTo>
                      <a:pt x="11785" y="440"/>
                      <a:pt x="11621" y="454"/>
                      <a:pt x="11455" y="484"/>
                    </a:cubicBezTo>
                    <a:cubicBezTo>
                      <a:pt x="9787" y="818"/>
                      <a:pt x="8453" y="2252"/>
                      <a:pt x="6718" y="2385"/>
                    </a:cubicBezTo>
                    <a:cubicBezTo>
                      <a:pt x="6596" y="2392"/>
                      <a:pt x="6469" y="2396"/>
                      <a:pt x="6337" y="2396"/>
                    </a:cubicBezTo>
                    <a:cubicBezTo>
                      <a:pt x="4599" y="2396"/>
                      <a:pt x="2118" y="1772"/>
                      <a:pt x="1281" y="284"/>
                    </a:cubicBezTo>
                    <a:cubicBezTo>
                      <a:pt x="1171" y="84"/>
                      <a:pt x="1000" y="0"/>
                      <a:pt x="827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3953825" y="2101725"/>
                <a:ext cx="93975" cy="233025"/>
              </a:xfrm>
              <a:custGeom>
                <a:rect b="b" l="l" r="r" t="t"/>
                <a:pathLst>
                  <a:path extrusionOk="0" h="9321" w="3759">
                    <a:moveTo>
                      <a:pt x="2619" y="0"/>
                    </a:moveTo>
                    <a:cubicBezTo>
                      <a:pt x="2188" y="0"/>
                      <a:pt x="1768" y="414"/>
                      <a:pt x="2069" y="877"/>
                    </a:cubicBezTo>
                    <a:cubicBezTo>
                      <a:pt x="2969" y="2178"/>
                      <a:pt x="1135" y="2778"/>
                      <a:pt x="534" y="3645"/>
                    </a:cubicBezTo>
                    <a:cubicBezTo>
                      <a:pt x="167" y="4179"/>
                      <a:pt x="1" y="4880"/>
                      <a:pt x="1" y="5547"/>
                    </a:cubicBezTo>
                    <a:cubicBezTo>
                      <a:pt x="34" y="7215"/>
                      <a:pt x="1302" y="8449"/>
                      <a:pt x="2569" y="9216"/>
                    </a:cubicBezTo>
                    <a:cubicBezTo>
                      <a:pt x="2681" y="9289"/>
                      <a:pt x="2792" y="9320"/>
                      <a:pt x="2896" y="9320"/>
                    </a:cubicBezTo>
                    <a:cubicBezTo>
                      <a:pt x="3412" y="9320"/>
                      <a:pt x="3758" y="8543"/>
                      <a:pt x="3203" y="8182"/>
                    </a:cubicBezTo>
                    <a:cubicBezTo>
                      <a:pt x="2169" y="7548"/>
                      <a:pt x="1068" y="6614"/>
                      <a:pt x="1235" y="5213"/>
                    </a:cubicBezTo>
                    <a:cubicBezTo>
                      <a:pt x="1368" y="3946"/>
                      <a:pt x="2402" y="3879"/>
                      <a:pt x="3069" y="3045"/>
                    </a:cubicBezTo>
                    <a:cubicBezTo>
                      <a:pt x="3737" y="2211"/>
                      <a:pt x="3703" y="1144"/>
                      <a:pt x="3136" y="276"/>
                    </a:cubicBezTo>
                    <a:cubicBezTo>
                      <a:pt x="3003" y="82"/>
                      <a:pt x="2810" y="0"/>
                      <a:pt x="2619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3911300" y="2767375"/>
                <a:ext cx="292500" cy="97650"/>
              </a:xfrm>
              <a:custGeom>
                <a:rect b="b" l="l" r="r" t="t"/>
                <a:pathLst>
                  <a:path extrusionOk="0" h="3906" w="11700">
                    <a:moveTo>
                      <a:pt x="10858" y="1"/>
                    </a:moveTo>
                    <a:cubicBezTo>
                      <a:pt x="10758" y="1"/>
                      <a:pt x="10650" y="32"/>
                      <a:pt x="10541" y="102"/>
                    </a:cubicBezTo>
                    <a:cubicBezTo>
                      <a:pt x="7989" y="1774"/>
                      <a:pt x="4717" y="2698"/>
                      <a:pt x="1658" y="2698"/>
                    </a:cubicBezTo>
                    <a:cubicBezTo>
                      <a:pt x="1359" y="2698"/>
                      <a:pt x="1062" y="2689"/>
                      <a:pt x="768" y="2671"/>
                    </a:cubicBezTo>
                    <a:cubicBezTo>
                      <a:pt x="747" y="2669"/>
                      <a:pt x="728" y="2668"/>
                      <a:pt x="709" y="2668"/>
                    </a:cubicBezTo>
                    <a:cubicBezTo>
                      <a:pt x="1" y="2668"/>
                      <a:pt x="21" y="3839"/>
                      <a:pt x="768" y="3872"/>
                    </a:cubicBezTo>
                    <a:cubicBezTo>
                      <a:pt x="1103" y="3894"/>
                      <a:pt x="1442" y="3905"/>
                      <a:pt x="1784" y="3905"/>
                    </a:cubicBezTo>
                    <a:cubicBezTo>
                      <a:pt x="5014" y="3905"/>
                      <a:pt x="8487" y="2919"/>
                      <a:pt x="11142" y="1170"/>
                    </a:cubicBezTo>
                    <a:cubicBezTo>
                      <a:pt x="11700" y="807"/>
                      <a:pt x="11371" y="1"/>
                      <a:pt x="10858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4034050" y="2852825"/>
                <a:ext cx="121475" cy="55000"/>
              </a:xfrm>
              <a:custGeom>
                <a:rect b="b" l="l" r="r" t="t"/>
                <a:pathLst>
                  <a:path extrusionOk="0" h="2200" w="4859">
                    <a:moveTo>
                      <a:pt x="3937" y="0"/>
                    </a:moveTo>
                    <a:cubicBezTo>
                      <a:pt x="3839" y="0"/>
                      <a:pt x="3735" y="27"/>
                      <a:pt x="3630" y="87"/>
                    </a:cubicBezTo>
                    <a:cubicBezTo>
                      <a:pt x="2662" y="521"/>
                      <a:pt x="1762" y="821"/>
                      <a:pt x="694" y="1021"/>
                    </a:cubicBezTo>
                    <a:cubicBezTo>
                      <a:pt x="0" y="1147"/>
                      <a:pt x="261" y="2199"/>
                      <a:pt x="913" y="2199"/>
                    </a:cubicBezTo>
                    <a:cubicBezTo>
                      <a:pt x="950" y="2199"/>
                      <a:pt x="988" y="2196"/>
                      <a:pt x="1028" y="2188"/>
                    </a:cubicBezTo>
                    <a:cubicBezTo>
                      <a:pt x="2162" y="1988"/>
                      <a:pt x="3196" y="1655"/>
                      <a:pt x="4264" y="1121"/>
                    </a:cubicBezTo>
                    <a:cubicBezTo>
                      <a:pt x="4859" y="838"/>
                      <a:pt x="4491" y="0"/>
                      <a:pt x="3937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2875550" y="2332100"/>
                <a:ext cx="186825" cy="40075"/>
              </a:xfrm>
              <a:custGeom>
                <a:rect b="b" l="l" r="r" t="t"/>
                <a:pathLst>
                  <a:path extrusionOk="0" h="1603" w="7473">
                    <a:moveTo>
                      <a:pt x="801" y="1"/>
                    </a:moveTo>
                    <a:cubicBezTo>
                      <a:pt x="401" y="1"/>
                      <a:pt x="1" y="401"/>
                      <a:pt x="1" y="802"/>
                    </a:cubicBezTo>
                    <a:cubicBezTo>
                      <a:pt x="1" y="1235"/>
                      <a:pt x="334" y="1602"/>
                      <a:pt x="801" y="1602"/>
                    </a:cubicBezTo>
                    <a:lnTo>
                      <a:pt x="6672" y="1602"/>
                    </a:lnTo>
                    <a:cubicBezTo>
                      <a:pt x="7139" y="1602"/>
                      <a:pt x="7473" y="1235"/>
                      <a:pt x="7473" y="802"/>
                    </a:cubicBezTo>
                    <a:cubicBezTo>
                      <a:pt x="7473" y="401"/>
                      <a:pt x="7139" y="1"/>
                      <a:pt x="6672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4512550" y="2332100"/>
                <a:ext cx="186825" cy="40075"/>
              </a:xfrm>
              <a:custGeom>
                <a:rect b="b" l="l" r="r" t="t"/>
                <a:pathLst>
                  <a:path extrusionOk="0" h="1603" w="7473">
                    <a:moveTo>
                      <a:pt x="768" y="1"/>
                    </a:moveTo>
                    <a:cubicBezTo>
                      <a:pt x="368" y="1"/>
                      <a:pt x="1" y="401"/>
                      <a:pt x="1" y="802"/>
                    </a:cubicBezTo>
                    <a:cubicBezTo>
                      <a:pt x="1" y="1235"/>
                      <a:pt x="334" y="1602"/>
                      <a:pt x="768" y="1602"/>
                    </a:cubicBezTo>
                    <a:lnTo>
                      <a:pt x="6672" y="1602"/>
                    </a:lnTo>
                    <a:cubicBezTo>
                      <a:pt x="7139" y="1602"/>
                      <a:pt x="7473" y="1235"/>
                      <a:pt x="7473" y="802"/>
                    </a:cubicBezTo>
                    <a:cubicBezTo>
                      <a:pt x="7473" y="401"/>
                      <a:pt x="7139" y="1"/>
                      <a:pt x="6672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>
                <a:off x="3186625" y="1745450"/>
                <a:ext cx="150125" cy="146375"/>
              </a:xfrm>
              <a:custGeom>
                <a:rect b="b" l="l" r="r" t="t"/>
                <a:pathLst>
                  <a:path extrusionOk="0" h="5855" w="6005">
                    <a:moveTo>
                      <a:pt x="917" y="0"/>
                    </a:moveTo>
                    <a:cubicBezTo>
                      <a:pt x="709" y="0"/>
                      <a:pt x="500" y="84"/>
                      <a:pt x="334" y="250"/>
                    </a:cubicBezTo>
                    <a:cubicBezTo>
                      <a:pt x="0" y="584"/>
                      <a:pt x="0" y="1084"/>
                      <a:pt x="334" y="1418"/>
                    </a:cubicBezTo>
                    <a:lnTo>
                      <a:pt x="4503" y="5587"/>
                    </a:lnTo>
                    <a:cubicBezTo>
                      <a:pt x="4670" y="5754"/>
                      <a:pt x="4870" y="5854"/>
                      <a:pt x="5070" y="5854"/>
                    </a:cubicBezTo>
                    <a:cubicBezTo>
                      <a:pt x="5304" y="5854"/>
                      <a:pt x="5504" y="5754"/>
                      <a:pt x="5671" y="5587"/>
                    </a:cubicBezTo>
                    <a:cubicBezTo>
                      <a:pt x="6004" y="5254"/>
                      <a:pt x="6004" y="4754"/>
                      <a:pt x="5671" y="4420"/>
                    </a:cubicBezTo>
                    <a:lnTo>
                      <a:pt x="1501" y="250"/>
                    </a:lnTo>
                    <a:cubicBezTo>
                      <a:pt x="1334" y="84"/>
                      <a:pt x="1126" y="0"/>
                      <a:pt x="917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9"/>
              <p:cNvSpPr/>
              <p:nvPr/>
            </p:nvSpPr>
            <p:spPr>
              <a:xfrm>
                <a:off x="4344950" y="2902300"/>
                <a:ext cx="150125" cy="146175"/>
              </a:xfrm>
              <a:custGeom>
                <a:rect b="b" l="l" r="r" t="t"/>
                <a:pathLst>
                  <a:path extrusionOk="0" h="5847" w="6005">
                    <a:moveTo>
                      <a:pt x="917" y="1"/>
                    </a:moveTo>
                    <a:cubicBezTo>
                      <a:pt x="709" y="1"/>
                      <a:pt x="500" y="93"/>
                      <a:pt x="334" y="276"/>
                    </a:cubicBezTo>
                    <a:cubicBezTo>
                      <a:pt x="0" y="610"/>
                      <a:pt x="0" y="1110"/>
                      <a:pt x="334" y="1444"/>
                    </a:cubicBezTo>
                    <a:lnTo>
                      <a:pt x="4503" y="5613"/>
                    </a:lnTo>
                    <a:cubicBezTo>
                      <a:pt x="4670" y="5780"/>
                      <a:pt x="4870" y="5847"/>
                      <a:pt x="5070" y="5847"/>
                    </a:cubicBezTo>
                    <a:cubicBezTo>
                      <a:pt x="5271" y="5847"/>
                      <a:pt x="5504" y="5813"/>
                      <a:pt x="5671" y="5613"/>
                    </a:cubicBezTo>
                    <a:cubicBezTo>
                      <a:pt x="6004" y="5280"/>
                      <a:pt x="6004" y="4779"/>
                      <a:pt x="5671" y="4446"/>
                    </a:cubicBezTo>
                    <a:lnTo>
                      <a:pt x="1501" y="276"/>
                    </a:lnTo>
                    <a:cubicBezTo>
                      <a:pt x="1334" y="93"/>
                      <a:pt x="1126" y="1"/>
                      <a:pt x="917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9"/>
              <p:cNvSpPr/>
              <p:nvPr/>
            </p:nvSpPr>
            <p:spPr>
              <a:xfrm>
                <a:off x="3783700" y="1523200"/>
                <a:ext cx="40050" cy="186825"/>
              </a:xfrm>
              <a:custGeom>
                <a:rect b="b" l="l" r="r" t="t"/>
                <a:pathLst>
                  <a:path extrusionOk="0" h="7473" w="1602">
                    <a:moveTo>
                      <a:pt x="801" y="0"/>
                    </a:moveTo>
                    <a:cubicBezTo>
                      <a:pt x="368" y="0"/>
                      <a:pt x="1" y="334"/>
                      <a:pt x="1" y="801"/>
                    </a:cubicBezTo>
                    <a:lnTo>
                      <a:pt x="1" y="6672"/>
                    </a:lnTo>
                    <a:cubicBezTo>
                      <a:pt x="1" y="7106"/>
                      <a:pt x="334" y="7472"/>
                      <a:pt x="801" y="7472"/>
                    </a:cubicBezTo>
                    <a:cubicBezTo>
                      <a:pt x="1268" y="7472"/>
                      <a:pt x="1602" y="7106"/>
                      <a:pt x="1602" y="6672"/>
                    </a:cubicBezTo>
                    <a:lnTo>
                      <a:pt x="1602" y="801"/>
                    </a:lnTo>
                    <a:cubicBezTo>
                      <a:pt x="1602" y="367"/>
                      <a:pt x="1268" y="0"/>
                      <a:pt x="801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>
                <a:off x="3783700" y="3160200"/>
                <a:ext cx="40050" cy="186825"/>
              </a:xfrm>
              <a:custGeom>
                <a:rect b="b" l="l" r="r" t="t"/>
                <a:pathLst>
                  <a:path extrusionOk="0" h="7473" w="1602">
                    <a:moveTo>
                      <a:pt x="801" y="1"/>
                    </a:moveTo>
                    <a:cubicBezTo>
                      <a:pt x="368" y="1"/>
                      <a:pt x="1" y="334"/>
                      <a:pt x="1" y="801"/>
                    </a:cubicBezTo>
                    <a:lnTo>
                      <a:pt x="1" y="6672"/>
                    </a:lnTo>
                    <a:cubicBezTo>
                      <a:pt x="1" y="7072"/>
                      <a:pt x="334" y="7473"/>
                      <a:pt x="801" y="7473"/>
                    </a:cubicBezTo>
                    <a:cubicBezTo>
                      <a:pt x="1268" y="7473"/>
                      <a:pt x="1602" y="7072"/>
                      <a:pt x="1602" y="6672"/>
                    </a:cubicBezTo>
                    <a:lnTo>
                      <a:pt x="1602" y="801"/>
                    </a:lnTo>
                    <a:cubicBezTo>
                      <a:pt x="1602" y="368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>
                <a:off x="4344950" y="1767125"/>
                <a:ext cx="150125" cy="146375"/>
              </a:xfrm>
              <a:custGeom>
                <a:rect b="b" l="l" r="r" t="t"/>
                <a:pathLst>
                  <a:path extrusionOk="0" h="5855" w="6005">
                    <a:moveTo>
                      <a:pt x="5087" y="0"/>
                    </a:moveTo>
                    <a:cubicBezTo>
                      <a:pt x="4879" y="0"/>
                      <a:pt x="4670" y="84"/>
                      <a:pt x="4503" y="251"/>
                    </a:cubicBezTo>
                    <a:lnTo>
                      <a:pt x="334" y="4420"/>
                    </a:lnTo>
                    <a:cubicBezTo>
                      <a:pt x="0" y="4754"/>
                      <a:pt x="0" y="5254"/>
                      <a:pt x="334" y="5588"/>
                    </a:cubicBezTo>
                    <a:cubicBezTo>
                      <a:pt x="500" y="5755"/>
                      <a:pt x="701" y="5855"/>
                      <a:pt x="901" y="5855"/>
                    </a:cubicBezTo>
                    <a:cubicBezTo>
                      <a:pt x="1101" y="5855"/>
                      <a:pt x="1334" y="5755"/>
                      <a:pt x="1501" y="5588"/>
                    </a:cubicBezTo>
                    <a:lnTo>
                      <a:pt x="5671" y="1418"/>
                    </a:lnTo>
                    <a:cubicBezTo>
                      <a:pt x="6004" y="1085"/>
                      <a:pt x="6004" y="584"/>
                      <a:pt x="5671" y="251"/>
                    </a:cubicBezTo>
                    <a:cubicBezTo>
                      <a:pt x="5504" y="84"/>
                      <a:pt x="5296" y="0"/>
                      <a:pt x="5087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9"/>
              <p:cNvSpPr/>
              <p:nvPr/>
            </p:nvSpPr>
            <p:spPr>
              <a:xfrm>
                <a:off x="3187450" y="2924625"/>
                <a:ext cx="150125" cy="145550"/>
              </a:xfrm>
              <a:custGeom>
                <a:rect b="b" l="l" r="r" t="t"/>
                <a:pathLst>
                  <a:path extrusionOk="0" h="5822" w="6005">
                    <a:moveTo>
                      <a:pt x="5087" y="0"/>
                    </a:moveTo>
                    <a:cubicBezTo>
                      <a:pt x="4879" y="0"/>
                      <a:pt x="4670" y="84"/>
                      <a:pt x="4504" y="250"/>
                    </a:cubicBezTo>
                    <a:lnTo>
                      <a:pt x="334" y="4420"/>
                    </a:lnTo>
                    <a:cubicBezTo>
                      <a:pt x="0" y="4754"/>
                      <a:pt x="0" y="5254"/>
                      <a:pt x="334" y="5588"/>
                    </a:cubicBezTo>
                    <a:cubicBezTo>
                      <a:pt x="501" y="5754"/>
                      <a:pt x="701" y="5821"/>
                      <a:pt x="934" y="5821"/>
                    </a:cubicBezTo>
                    <a:cubicBezTo>
                      <a:pt x="1135" y="5821"/>
                      <a:pt x="1335" y="5754"/>
                      <a:pt x="1501" y="5588"/>
                    </a:cubicBezTo>
                    <a:lnTo>
                      <a:pt x="5671" y="1418"/>
                    </a:lnTo>
                    <a:cubicBezTo>
                      <a:pt x="6005" y="1084"/>
                      <a:pt x="6005" y="584"/>
                      <a:pt x="5671" y="250"/>
                    </a:cubicBezTo>
                    <a:cubicBezTo>
                      <a:pt x="5504" y="84"/>
                      <a:pt x="5296" y="0"/>
                      <a:pt x="5087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p9"/>
            <p:cNvGrpSpPr/>
            <p:nvPr/>
          </p:nvGrpSpPr>
          <p:grpSpPr>
            <a:xfrm>
              <a:off x="9232255" y="697770"/>
              <a:ext cx="826974" cy="664980"/>
              <a:chOff x="3126538" y="2640770"/>
              <a:chExt cx="826974" cy="664980"/>
            </a:xfrm>
          </p:grpSpPr>
          <p:grpSp>
            <p:nvGrpSpPr>
              <p:cNvPr id="323" name="Google Shape;323;p9"/>
              <p:cNvGrpSpPr/>
              <p:nvPr/>
            </p:nvGrpSpPr>
            <p:grpSpPr>
              <a:xfrm>
                <a:off x="3126551" y="2648100"/>
                <a:ext cx="455700" cy="437225"/>
                <a:chOff x="5267550" y="396150"/>
                <a:chExt cx="455700" cy="437225"/>
              </a:xfrm>
            </p:grpSpPr>
            <p:sp>
              <p:nvSpPr>
                <p:cNvPr id="324" name="Google Shape;324;p9"/>
                <p:cNvSpPr/>
                <p:nvPr/>
              </p:nvSpPr>
              <p:spPr>
                <a:xfrm>
                  <a:off x="5267550" y="403550"/>
                  <a:ext cx="396550" cy="429825"/>
                </a:xfrm>
                <a:custGeom>
                  <a:rect b="b" l="l" r="r" t="t"/>
                  <a:pathLst>
                    <a:path extrusionOk="0" h="17193" w="15862">
                      <a:moveTo>
                        <a:pt x="12164" y="1"/>
                      </a:moveTo>
                      <a:cubicBezTo>
                        <a:pt x="11721" y="1"/>
                        <a:pt x="11203" y="1"/>
                        <a:pt x="10722" y="38"/>
                      </a:cubicBezTo>
                      <a:cubicBezTo>
                        <a:pt x="10537" y="38"/>
                        <a:pt x="10427" y="223"/>
                        <a:pt x="10427" y="407"/>
                      </a:cubicBezTo>
                      <a:cubicBezTo>
                        <a:pt x="10427" y="592"/>
                        <a:pt x="10537" y="740"/>
                        <a:pt x="10722" y="740"/>
                      </a:cubicBezTo>
                      <a:cubicBezTo>
                        <a:pt x="11240" y="703"/>
                        <a:pt x="11721" y="703"/>
                        <a:pt x="12127" y="703"/>
                      </a:cubicBezTo>
                      <a:cubicBezTo>
                        <a:pt x="12143" y="706"/>
                        <a:pt x="12159" y="708"/>
                        <a:pt x="12175" y="708"/>
                      </a:cubicBezTo>
                      <a:cubicBezTo>
                        <a:pt x="12343" y="708"/>
                        <a:pt x="12497" y="539"/>
                        <a:pt x="12497" y="370"/>
                      </a:cubicBezTo>
                      <a:cubicBezTo>
                        <a:pt x="12497" y="186"/>
                        <a:pt x="12349" y="1"/>
                        <a:pt x="12164" y="1"/>
                      </a:cubicBezTo>
                      <a:close/>
                      <a:moveTo>
                        <a:pt x="14431" y="314"/>
                      </a:moveTo>
                      <a:cubicBezTo>
                        <a:pt x="14284" y="314"/>
                        <a:pt x="14154" y="441"/>
                        <a:pt x="14124" y="592"/>
                      </a:cubicBezTo>
                      <a:cubicBezTo>
                        <a:pt x="14050" y="777"/>
                        <a:pt x="14198" y="962"/>
                        <a:pt x="14382" y="999"/>
                      </a:cubicBezTo>
                      <a:lnTo>
                        <a:pt x="15344" y="1295"/>
                      </a:lnTo>
                      <a:lnTo>
                        <a:pt x="15455" y="1295"/>
                      </a:lnTo>
                      <a:cubicBezTo>
                        <a:pt x="15602" y="1295"/>
                        <a:pt x="15713" y="1184"/>
                        <a:pt x="15824" y="999"/>
                      </a:cubicBezTo>
                      <a:cubicBezTo>
                        <a:pt x="15861" y="888"/>
                        <a:pt x="15750" y="629"/>
                        <a:pt x="15602" y="592"/>
                      </a:cubicBezTo>
                      <a:cubicBezTo>
                        <a:pt x="15196" y="518"/>
                        <a:pt x="14900" y="407"/>
                        <a:pt x="14530" y="333"/>
                      </a:cubicBezTo>
                      <a:cubicBezTo>
                        <a:pt x="14497" y="320"/>
                        <a:pt x="14464" y="314"/>
                        <a:pt x="14431" y="314"/>
                      </a:cubicBezTo>
                      <a:close/>
                      <a:moveTo>
                        <a:pt x="8474" y="495"/>
                      </a:moveTo>
                      <a:cubicBezTo>
                        <a:pt x="8435" y="495"/>
                        <a:pt x="8396" y="503"/>
                        <a:pt x="8356" y="518"/>
                      </a:cubicBezTo>
                      <a:cubicBezTo>
                        <a:pt x="7913" y="629"/>
                        <a:pt x="7432" y="814"/>
                        <a:pt x="7025" y="999"/>
                      </a:cubicBezTo>
                      <a:cubicBezTo>
                        <a:pt x="6840" y="1110"/>
                        <a:pt x="6766" y="1295"/>
                        <a:pt x="6840" y="1480"/>
                      </a:cubicBezTo>
                      <a:cubicBezTo>
                        <a:pt x="6877" y="1554"/>
                        <a:pt x="7025" y="1664"/>
                        <a:pt x="7173" y="1664"/>
                      </a:cubicBezTo>
                      <a:cubicBezTo>
                        <a:pt x="7210" y="1664"/>
                        <a:pt x="7284" y="1664"/>
                        <a:pt x="7321" y="1627"/>
                      </a:cubicBezTo>
                      <a:cubicBezTo>
                        <a:pt x="7728" y="1443"/>
                        <a:pt x="8134" y="1295"/>
                        <a:pt x="8541" y="1147"/>
                      </a:cubicBezTo>
                      <a:cubicBezTo>
                        <a:pt x="8726" y="1110"/>
                        <a:pt x="8837" y="925"/>
                        <a:pt x="8800" y="740"/>
                      </a:cubicBezTo>
                      <a:cubicBezTo>
                        <a:pt x="8742" y="595"/>
                        <a:pt x="8615" y="495"/>
                        <a:pt x="8474" y="495"/>
                      </a:cubicBezTo>
                      <a:close/>
                      <a:moveTo>
                        <a:pt x="5212" y="2143"/>
                      </a:moveTo>
                      <a:cubicBezTo>
                        <a:pt x="5135" y="2143"/>
                        <a:pt x="5056" y="2171"/>
                        <a:pt x="4992" y="2219"/>
                      </a:cubicBezTo>
                      <a:cubicBezTo>
                        <a:pt x="4622" y="2478"/>
                        <a:pt x="4252" y="2774"/>
                        <a:pt x="3883" y="3106"/>
                      </a:cubicBezTo>
                      <a:cubicBezTo>
                        <a:pt x="3698" y="3217"/>
                        <a:pt x="3698" y="3476"/>
                        <a:pt x="3846" y="3587"/>
                      </a:cubicBezTo>
                      <a:cubicBezTo>
                        <a:pt x="3957" y="3661"/>
                        <a:pt x="4031" y="3698"/>
                        <a:pt x="4142" y="3698"/>
                      </a:cubicBezTo>
                      <a:cubicBezTo>
                        <a:pt x="4179" y="3698"/>
                        <a:pt x="4252" y="3661"/>
                        <a:pt x="4326" y="3587"/>
                      </a:cubicBezTo>
                      <a:cubicBezTo>
                        <a:pt x="4696" y="3328"/>
                        <a:pt x="4992" y="3032"/>
                        <a:pt x="5362" y="2774"/>
                      </a:cubicBezTo>
                      <a:cubicBezTo>
                        <a:pt x="5546" y="2663"/>
                        <a:pt x="5546" y="2441"/>
                        <a:pt x="5472" y="2293"/>
                      </a:cubicBezTo>
                      <a:cubicBezTo>
                        <a:pt x="5410" y="2189"/>
                        <a:pt x="5312" y="2143"/>
                        <a:pt x="5212" y="2143"/>
                      </a:cubicBezTo>
                      <a:close/>
                      <a:moveTo>
                        <a:pt x="2541" y="4705"/>
                      </a:moveTo>
                      <a:cubicBezTo>
                        <a:pt x="2437" y="4705"/>
                        <a:pt x="2338" y="4754"/>
                        <a:pt x="2293" y="4844"/>
                      </a:cubicBezTo>
                      <a:cubicBezTo>
                        <a:pt x="1997" y="5214"/>
                        <a:pt x="1738" y="5620"/>
                        <a:pt x="1480" y="6064"/>
                      </a:cubicBezTo>
                      <a:cubicBezTo>
                        <a:pt x="1406" y="6175"/>
                        <a:pt x="1443" y="6434"/>
                        <a:pt x="1628" y="6508"/>
                      </a:cubicBezTo>
                      <a:cubicBezTo>
                        <a:pt x="1665" y="6545"/>
                        <a:pt x="1775" y="6545"/>
                        <a:pt x="1812" y="6545"/>
                      </a:cubicBezTo>
                      <a:cubicBezTo>
                        <a:pt x="1923" y="6545"/>
                        <a:pt x="2034" y="6471"/>
                        <a:pt x="2108" y="6323"/>
                      </a:cubicBezTo>
                      <a:cubicBezTo>
                        <a:pt x="2330" y="5953"/>
                        <a:pt x="2552" y="5583"/>
                        <a:pt x="2848" y="5214"/>
                      </a:cubicBezTo>
                      <a:cubicBezTo>
                        <a:pt x="2922" y="5066"/>
                        <a:pt x="2885" y="4844"/>
                        <a:pt x="2737" y="4770"/>
                      </a:cubicBezTo>
                      <a:cubicBezTo>
                        <a:pt x="2678" y="4726"/>
                        <a:pt x="2608" y="4705"/>
                        <a:pt x="2541" y="4705"/>
                      </a:cubicBezTo>
                      <a:close/>
                      <a:moveTo>
                        <a:pt x="886" y="7940"/>
                      </a:moveTo>
                      <a:cubicBezTo>
                        <a:pt x="756" y="7940"/>
                        <a:pt x="617" y="8017"/>
                        <a:pt x="555" y="8171"/>
                      </a:cubicBezTo>
                      <a:cubicBezTo>
                        <a:pt x="407" y="8652"/>
                        <a:pt x="297" y="9096"/>
                        <a:pt x="186" y="9576"/>
                      </a:cubicBezTo>
                      <a:cubicBezTo>
                        <a:pt x="149" y="9761"/>
                        <a:pt x="297" y="9909"/>
                        <a:pt x="481" y="9983"/>
                      </a:cubicBezTo>
                      <a:lnTo>
                        <a:pt x="518" y="9983"/>
                      </a:lnTo>
                      <a:cubicBezTo>
                        <a:pt x="703" y="9983"/>
                        <a:pt x="851" y="9872"/>
                        <a:pt x="888" y="9650"/>
                      </a:cubicBezTo>
                      <a:cubicBezTo>
                        <a:pt x="962" y="9243"/>
                        <a:pt x="1073" y="8763"/>
                        <a:pt x="1221" y="8356"/>
                      </a:cubicBezTo>
                      <a:cubicBezTo>
                        <a:pt x="1258" y="8171"/>
                        <a:pt x="1147" y="7986"/>
                        <a:pt x="962" y="7949"/>
                      </a:cubicBezTo>
                      <a:cubicBezTo>
                        <a:pt x="937" y="7943"/>
                        <a:pt x="912" y="7940"/>
                        <a:pt x="886" y="7940"/>
                      </a:cubicBezTo>
                      <a:close/>
                      <a:moveTo>
                        <a:pt x="334" y="11536"/>
                      </a:moveTo>
                      <a:cubicBezTo>
                        <a:pt x="149" y="11536"/>
                        <a:pt x="1" y="11720"/>
                        <a:pt x="1" y="11905"/>
                      </a:cubicBezTo>
                      <a:cubicBezTo>
                        <a:pt x="1" y="12386"/>
                        <a:pt x="75" y="12904"/>
                        <a:pt x="112" y="13347"/>
                      </a:cubicBezTo>
                      <a:cubicBezTo>
                        <a:pt x="112" y="13532"/>
                        <a:pt x="260" y="13680"/>
                        <a:pt x="444" y="13680"/>
                      </a:cubicBezTo>
                      <a:cubicBezTo>
                        <a:pt x="666" y="13643"/>
                        <a:pt x="814" y="13495"/>
                        <a:pt x="814" y="13199"/>
                      </a:cubicBezTo>
                      <a:cubicBezTo>
                        <a:pt x="740" y="12756"/>
                        <a:pt x="703" y="12349"/>
                        <a:pt x="703" y="11868"/>
                      </a:cubicBezTo>
                      <a:cubicBezTo>
                        <a:pt x="703" y="11684"/>
                        <a:pt x="518" y="11536"/>
                        <a:pt x="334" y="11536"/>
                      </a:cubicBezTo>
                      <a:close/>
                      <a:moveTo>
                        <a:pt x="943" y="15186"/>
                      </a:moveTo>
                      <a:cubicBezTo>
                        <a:pt x="913" y="15186"/>
                        <a:pt x="882" y="15190"/>
                        <a:pt x="851" y="15196"/>
                      </a:cubicBezTo>
                      <a:cubicBezTo>
                        <a:pt x="666" y="15307"/>
                        <a:pt x="555" y="15491"/>
                        <a:pt x="629" y="15676"/>
                      </a:cubicBezTo>
                      <a:cubicBezTo>
                        <a:pt x="814" y="16120"/>
                        <a:pt x="999" y="16601"/>
                        <a:pt x="1184" y="17007"/>
                      </a:cubicBezTo>
                      <a:cubicBezTo>
                        <a:pt x="1258" y="17081"/>
                        <a:pt x="1369" y="17192"/>
                        <a:pt x="1480" y="17192"/>
                      </a:cubicBezTo>
                      <a:cubicBezTo>
                        <a:pt x="1554" y="17192"/>
                        <a:pt x="1591" y="17192"/>
                        <a:pt x="1665" y="17155"/>
                      </a:cubicBezTo>
                      <a:cubicBezTo>
                        <a:pt x="1812" y="17044"/>
                        <a:pt x="1923" y="16859"/>
                        <a:pt x="1812" y="16675"/>
                      </a:cubicBezTo>
                      <a:cubicBezTo>
                        <a:pt x="1628" y="16268"/>
                        <a:pt x="1443" y="15861"/>
                        <a:pt x="1295" y="15418"/>
                      </a:cubicBezTo>
                      <a:cubicBezTo>
                        <a:pt x="1233" y="15264"/>
                        <a:pt x="1095" y="15186"/>
                        <a:pt x="943" y="15186"/>
                      </a:cubicBez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9"/>
                <p:cNvSpPr/>
                <p:nvPr/>
              </p:nvSpPr>
              <p:spPr>
                <a:xfrm>
                  <a:off x="5627100" y="396150"/>
                  <a:ext cx="96150" cy="63800"/>
                </a:xfrm>
                <a:custGeom>
                  <a:rect b="b" l="l" r="r" t="t"/>
                  <a:pathLst>
                    <a:path extrusionOk="0" h="2552" w="3846">
                      <a:moveTo>
                        <a:pt x="888" y="1"/>
                      </a:moveTo>
                      <a:lnTo>
                        <a:pt x="0" y="1850"/>
                      </a:lnTo>
                      <a:lnTo>
                        <a:pt x="3845" y="2552"/>
                      </a:lnTo>
                      <a:lnTo>
                        <a:pt x="888" y="1"/>
                      </a:ln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" name="Google Shape;326;p9"/>
              <p:cNvGrpSpPr/>
              <p:nvPr/>
            </p:nvGrpSpPr>
            <p:grpSpPr>
              <a:xfrm>
                <a:off x="3126538" y="2640770"/>
                <a:ext cx="826974" cy="664980"/>
                <a:chOff x="5271250" y="546825"/>
                <a:chExt cx="674750" cy="542575"/>
              </a:xfrm>
            </p:grpSpPr>
            <p:sp>
              <p:nvSpPr>
                <p:cNvPr id="327" name="Google Shape;327;p9"/>
                <p:cNvSpPr/>
                <p:nvPr/>
              </p:nvSpPr>
              <p:spPr>
                <a:xfrm>
                  <a:off x="5289750" y="874000"/>
                  <a:ext cx="190425" cy="202450"/>
                </a:xfrm>
                <a:custGeom>
                  <a:rect b="b" l="l" r="r" t="t"/>
                  <a:pathLst>
                    <a:path extrusionOk="0" h="8098" w="7617">
                      <a:moveTo>
                        <a:pt x="3808" y="2339"/>
                      </a:moveTo>
                      <a:cubicBezTo>
                        <a:pt x="4132" y="2339"/>
                        <a:pt x="4455" y="2422"/>
                        <a:pt x="4732" y="2589"/>
                      </a:cubicBezTo>
                      <a:cubicBezTo>
                        <a:pt x="5287" y="2885"/>
                        <a:pt x="5657" y="3513"/>
                        <a:pt x="5657" y="4142"/>
                      </a:cubicBezTo>
                      <a:cubicBezTo>
                        <a:pt x="5657" y="4807"/>
                        <a:pt x="5287" y="5436"/>
                        <a:pt x="4732" y="5731"/>
                      </a:cubicBezTo>
                      <a:cubicBezTo>
                        <a:pt x="4455" y="5879"/>
                        <a:pt x="4132" y="5953"/>
                        <a:pt x="3808" y="5953"/>
                      </a:cubicBezTo>
                      <a:cubicBezTo>
                        <a:pt x="3485" y="5953"/>
                        <a:pt x="3161" y="5879"/>
                        <a:pt x="2884" y="5731"/>
                      </a:cubicBezTo>
                      <a:cubicBezTo>
                        <a:pt x="2329" y="5399"/>
                        <a:pt x="1960" y="4807"/>
                        <a:pt x="1960" y="4142"/>
                      </a:cubicBezTo>
                      <a:cubicBezTo>
                        <a:pt x="1960" y="3513"/>
                        <a:pt x="2329" y="2848"/>
                        <a:pt x="2884" y="2589"/>
                      </a:cubicBezTo>
                      <a:cubicBezTo>
                        <a:pt x="3161" y="2422"/>
                        <a:pt x="3485" y="2339"/>
                        <a:pt x="3808" y="2339"/>
                      </a:cubicBezTo>
                      <a:close/>
                      <a:moveTo>
                        <a:pt x="3364" y="1"/>
                      </a:moveTo>
                      <a:lnTo>
                        <a:pt x="2958" y="1517"/>
                      </a:lnTo>
                      <a:cubicBezTo>
                        <a:pt x="2773" y="1554"/>
                        <a:pt x="2588" y="1628"/>
                        <a:pt x="2440" y="1738"/>
                      </a:cubicBezTo>
                      <a:cubicBezTo>
                        <a:pt x="2255" y="1849"/>
                        <a:pt x="2144" y="1960"/>
                        <a:pt x="1997" y="2071"/>
                      </a:cubicBezTo>
                      <a:lnTo>
                        <a:pt x="481" y="1665"/>
                      </a:lnTo>
                      <a:lnTo>
                        <a:pt x="0" y="2404"/>
                      </a:lnTo>
                      <a:lnTo>
                        <a:pt x="1109" y="3513"/>
                      </a:lnTo>
                      <a:cubicBezTo>
                        <a:pt x="1072" y="3698"/>
                        <a:pt x="1072" y="3883"/>
                        <a:pt x="1072" y="4068"/>
                      </a:cubicBezTo>
                      <a:cubicBezTo>
                        <a:pt x="1072" y="4252"/>
                        <a:pt x="1072" y="4437"/>
                        <a:pt x="1109" y="4622"/>
                      </a:cubicBezTo>
                      <a:lnTo>
                        <a:pt x="0" y="5731"/>
                      </a:lnTo>
                      <a:lnTo>
                        <a:pt x="481" y="6471"/>
                      </a:lnTo>
                      <a:lnTo>
                        <a:pt x="1997" y="6027"/>
                      </a:lnTo>
                      <a:cubicBezTo>
                        <a:pt x="2144" y="6175"/>
                        <a:pt x="2329" y="6249"/>
                        <a:pt x="2440" y="6360"/>
                      </a:cubicBezTo>
                      <a:cubicBezTo>
                        <a:pt x="2625" y="6471"/>
                        <a:pt x="2773" y="6545"/>
                        <a:pt x="2958" y="6582"/>
                      </a:cubicBezTo>
                      <a:lnTo>
                        <a:pt x="3364" y="8097"/>
                      </a:lnTo>
                      <a:lnTo>
                        <a:pt x="4252" y="8097"/>
                      </a:lnTo>
                      <a:lnTo>
                        <a:pt x="4658" y="6582"/>
                      </a:lnTo>
                      <a:cubicBezTo>
                        <a:pt x="4843" y="6545"/>
                        <a:pt x="5028" y="6471"/>
                        <a:pt x="5176" y="6360"/>
                      </a:cubicBezTo>
                      <a:cubicBezTo>
                        <a:pt x="5361" y="6249"/>
                        <a:pt x="5509" y="6138"/>
                        <a:pt x="5657" y="6027"/>
                      </a:cubicBezTo>
                      <a:lnTo>
                        <a:pt x="7172" y="6471"/>
                      </a:lnTo>
                      <a:lnTo>
                        <a:pt x="7579" y="5731"/>
                      </a:lnTo>
                      <a:lnTo>
                        <a:pt x="6507" y="4696"/>
                      </a:lnTo>
                      <a:cubicBezTo>
                        <a:pt x="6581" y="4511"/>
                        <a:pt x="6581" y="4326"/>
                        <a:pt x="6581" y="4142"/>
                      </a:cubicBezTo>
                      <a:cubicBezTo>
                        <a:pt x="6581" y="3957"/>
                        <a:pt x="6581" y="3772"/>
                        <a:pt x="6507" y="3587"/>
                      </a:cubicBezTo>
                      <a:lnTo>
                        <a:pt x="7616" y="2478"/>
                      </a:lnTo>
                      <a:lnTo>
                        <a:pt x="7209" y="1738"/>
                      </a:lnTo>
                      <a:lnTo>
                        <a:pt x="5694" y="2145"/>
                      </a:lnTo>
                      <a:cubicBezTo>
                        <a:pt x="5546" y="2034"/>
                        <a:pt x="5361" y="1923"/>
                        <a:pt x="5213" y="1812"/>
                      </a:cubicBezTo>
                      <a:cubicBezTo>
                        <a:pt x="5028" y="1738"/>
                        <a:pt x="4917" y="1628"/>
                        <a:pt x="4695" y="1591"/>
                      </a:cubicBezTo>
                      <a:lnTo>
                        <a:pt x="4252" y="1"/>
                      </a:ln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9"/>
                <p:cNvSpPr/>
                <p:nvPr/>
              </p:nvSpPr>
              <p:spPr>
                <a:xfrm>
                  <a:off x="5611375" y="557225"/>
                  <a:ext cx="325375" cy="325600"/>
                </a:xfrm>
                <a:custGeom>
                  <a:rect b="b" l="l" r="r" t="t"/>
                  <a:pathLst>
                    <a:path extrusionOk="0" h="13024" w="13015">
                      <a:moveTo>
                        <a:pt x="6471" y="3438"/>
                      </a:moveTo>
                      <a:cubicBezTo>
                        <a:pt x="6877" y="3438"/>
                        <a:pt x="7284" y="3522"/>
                        <a:pt x="7654" y="3688"/>
                      </a:cubicBezTo>
                      <a:cubicBezTo>
                        <a:pt x="8393" y="4021"/>
                        <a:pt x="8985" y="4612"/>
                        <a:pt x="9318" y="5352"/>
                      </a:cubicBezTo>
                      <a:cubicBezTo>
                        <a:pt x="9650" y="6091"/>
                        <a:pt x="9650" y="6978"/>
                        <a:pt x="9318" y="7718"/>
                      </a:cubicBezTo>
                      <a:cubicBezTo>
                        <a:pt x="8985" y="8457"/>
                        <a:pt x="8393" y="9049"/>
                        <a:pt x="7654" y="9381"/>
                      </a:cubicBezTo>
                      <a:cubicBezTo>
                        <a:pt x="7284" y="9548"/>
                        <a:pt x="6877" y="9631"/>
                        <a:pt x="6471" y="9631"/>
                      </a:cubicBezTo>
                      <a:cubicBezTo>
                        <a:pt x="6064" y="9631"/>
                        <a:pt x="5657" y="9548"/>
                        <a:pt x="5288" y="9381"/>
                      </a:cubicBezTo>
                      <a:cubicBezTo>
                        <a:pt x="4548" y="9049"/>
                        <a:pt x="3957" y="8457"/>
                        <a:pt x="3624" y="7718"/>
                      </a:cubicBezTo>
                      <a:cubicBezTo>
                        <a:pt x="3291" y="6978"/>
                        <a:pt x="3291" y="6091"/>
                        <a:pt x="3624" y="5352"/>
                      </a:cubicBezTo>
                      <a:cubicBezTo>
                        <a:pt x="3957" y="4612"/>
                        <a:pt x="4548" y="4021"/>
                        <a:pt x="5288" y="3688"/>
                      </a:cubicBezTo>
                      <a:cubicBezTo>
                        <a:pt x="5657" y="3522"/>
                        <a:pt x="6064" y="3438"/>
                        <a:pt x="6471" y="3438"/>
                      </a:cubicBezTo>
                      <a:close/>
                      <a:moveTo>
                        <a:pt x="6508" y="0"/>
                      </a:moveTo>
                      <a:cubicBezTo>
                        <a:pt x="6332" y="0"/>
                        <a:pt x="6157" y="9"/>
                        <a:pt x="5990" y="28"/>
                      </a:cubicBezTo>
                      <a:cubicBezTo>
                        <a:pt x="5731" y="693"/>
                        <a:pt x="5473" y="1322"/>
                        <a:pt x="5399" y="1950"/>
                      </a:cubicBezTo>
                      <a:cubicBezTo>
                        <a:pt x="5177" y="1987"/>
                        <a:pt x="4918" y="2061"/>
                        <a:pt x="4696" y="2172"/>
                      </a:cubicBezTo>
                      <a:cubicBezTo>
                        <a:pt x="4474" y="2246"/>
                        <a:pt x="4253" y="2394"/>
                        <a:pt x="4068" y="2505"/>
                      </a:cubicBezTo>
                      <a:cubicBezTo>
                        <a:pt x="3550" y="2135"/>
                        <a:pt x="2959" y="1802"/>
                        <a:pt x="2293" y="1581"/>
                      </a:cubicBezTo>
                      <a:cubicBezTo>
                        <a:pt x="2034" y="1802"/>
                        <a:pt x="1776" y="2024"/>
                        <a:pt x="1554" y="2320"/>
                      </a:cubicBezTo>
                      <a:cubicBezTo>
                        <a:pt x="1776" y="2949"/>
                        <a:pt x="2108" y="3540"/>
                        <a:pt x="2478" y="4058"/>
                      </a:cubicBezTo>
                      <a:cubicBezTo>
                        <a:pt x="2330" y="4279"/>
                        <a:pt x="2256" y="4464"/>
                        <a:pt x="2145" y="4723"/>
                      </a:cubicBezTo>
                      <a:cubicBezTo>
                        <a:pt x="2071" y="4945"/>
                        <a:pt x="1960" y="5167"/>
                        <a:pt x="1923" y="5389"/>
                      </a:cubicBezTo>
                      <a:cubicBezTo>
                        <a:pt x="1295" y="5500"/>
                        <a:pt x="629" y="5684"/>
                        <a:pt x="38" y="6017"/>
                      </a:cubicBezTo>
                      <a:cubicBezTo>
                        <a:pt x="1" y="6313"/>
                        <a:pt x="1" y="6683"/>
                        <a:pt x="38" y="7015"/>
                      </a:cubicBezTo>
                      <a:cubicBezTo>
                        <a:pt x="666" y="7311"/>
                        <a:pt x="1332" y="7533"/>
                        <a:pt x="1923" y="7607"/>
                      </a:cubicBezTo>
                      <a:cubicBezTo>
                        <a:pt x="1960" y="7866"/>
                        <a:pt x="2071" y="8087"/>
                        <a:pt x="2145" y="8309"/>
                      </a:cubicBezTo>
                      <a:cubicBezTo>
                        <a:pt x="2256" y="8531"/>
                        <a:pt x="2404" y="8790"/>
                        <a:pt x="2478" y="8975"/>
                      </a:cubicBezTo>
                      <a:cubicBezTo>
                        <a:pt x="2108" y="9455"/>
                        <a:pt x="1776" y="10084"/>
                        <a:pt x="1554" y="10712"/>
                      </a:cubicBezTo>
                      <a:cubicBezTo>
                        <a:pt x="1776" y="11008"/>
                        <a:pt x="2034" y="11230"/>
                        <a:pt x="2293" y="11452"/>
                      </a:cubicBezTo>
                      <a:cubicBezTo>
                        <a:pt x="2959" y="11230"/>
                        <a:pt x="3550" y="10897"/>
                        <a:pt x="4068" y="10528"/>
                      </a:cubicBezTo>
                      <a:cubicBezTo>
                        <a:pt x="4290" y="10675"/>
                        <a:pt x="4474" y="10749"/>
                        <a:pt x="4696" y="10860"/>
                      </a:cubicBezTo>
                      <a:cubicBezTo>
                        <a:pt x="4918" y="10934"/>
                        <a:pt x="5177" y="11045"/>
                        <a:pt x="5399" y="11082"/>
                      </a:cubicBezTo>
                      <a:cubicBezTo>
                        <a:pt x="5473" y="11748"/>
                        <a:pt x="5657" y="12376"/>
                        <a:pt x="5990" y="12968"/>
                      </a:cubicBezTo>
                      <a:cubicBezTo>
                        <a:pt x="6157" y="13005"/>
                        <a:pt x="6332" y="13023"/>
                        <a:pt x="6508" y="13023"/>
                      </a:cubicBezTo>
                      <a:cubicBezTo>
                        <a:pt x="6683" y="13023"/>
                        <a:pt x="6859" y="13005"/>
                        <a:pt x="7025" y="12968"/>
                      </a:cubicBezTo>
                      <a:cubicBezTo>
                        <a:pt x="7284" y="12339"/>
                        <a:pt x="7506" y="11674"/>
                        <a:pt x="7617" y="11082"/>
                      </a:cubicBezTo>
                      <a:cubicBezTo>
                        <a:pt x="7839" y="11045"/>
                        <a:pt x="8061" y="10934"/>
                        <a:pt x="8319" y="10860"/>
                      </a:cubicBezTo>
                      <a:cubicBezTo>
                        <a:pt x="8541" y="10749"/>
                        <a:pt x="8763" y="10638"/>
                        <a:pt x="8948" y="10528"/>
                      </a:cubicBezTo>
                      <a:cubicBezTo>
                        <a:pt x="9465" y="10897"/>
                        <a:pt x="10057" y="11230"/>
                        <a:pt x="10722" y="11452"/>
                      </a:cubicBezTo>
                      <a:cubicBezTo>
                        <a:pt x="10981" y="11230"/>
                        <a:pt x="11203" y="11008"/>
                        <a:pt x="11462" y="10712"/>
                      </a:cubicBezTo>
                      <a:cubicBezTo>
                        <a:pt x="11203" y="10084"/>
                        <a:pt x="10907" y="9455"/>
                        <a:pt x="10538" y="8975"/>
                      </a:cubicBezTo>
                      <a:cubicBezTo>
                        <a:pt x="10648" y="8716"/>
                        <a:pt x="10759" y="8531"/>
                        <a:pt x="10833" y="8309"/>
                      </a:cubicBezTo>
                      <a:cubicBezTo>
                        <a:pt x="10981" y="8124"/>
                        <a:pt x="11018" y="7866"/>
                        <a:pt x="11092" y="7607"/>
                      </a:cubicBezTo>
                      <a:cubicBezTo>
                        <a:pt x="11721" y="7533"/>
                        <a:pt x="12386" y="7348"/>
                        <a:pt x="12978" y="7015"/>
                      </a:cubicBezTo>
                      <a:cubicBezTo>
                        <a:pt x="13015" y="6683"/>
                        <a:pt x="13015" y="6313"/>
                        <a:pt x="12978" y="6017"/>
                      </a:cubicBezTo>
                      <a:cubicBezTo>
                        <a:pt x="12312" y="5721"/>
                        <a:pt x="11684" y="5500"/>
                        <a:pt x="11092" y="5389"/>
                      </a:cubicBezTo>
                      <a:cubicBezTo>
                        <a:pt x="11018" y="5167"/>
                        <a:pt x="10944" y="4945"/>
                        <a:pt x="10833" y="4723"/>
                      </a:cubicBezTo>
                      <a:cubicBezTo>
                        <a:pt x="10759" y="4464"/>
                        <a:pt x="10612" y="4243"/>
                        <a:pt x="10538" y="4058"/>
                      </a:cubicBezTo>
                      <a:cubicBezTo>
                        <a:pt x="10907" y="3540"/>
                        <a:pt x="11203" y="2949"/>
                        <a:pt x="11462" y="2320"/>
                      </a:cubicBezTo>
                      <a:cubicBezTo>
                        <a:pt x="11203" y="2024"/>
                        <a:pt x="10981" y="1802"/>
                        <a:pt x="10722" y="1581"/>
                      </a:cubicBezTo>
                      <a:cubicBezTo>
                        <a:pt x="10057" y="1802"/>
                        <a:pt x="9465" y="2135"/>
                        <a:pt x="8948" y="2505"/>
                      </a:cubicBezTo>
                      <a:cubicBezTo>
                        <a:pt x="8726" y="2357"/>
                        <a:pt x="8541" y="2246"/>
                        <a:pt x="8319" y="2172"/>
                      </a:cubicBezTo>
                      <a:cubicBezTo>
                        <a:pt x="8061" y="2061"/>
                        <a:pt x="7839" y="1987"/>
                        <a:pt x="7617" y="1950"/>
                      </a:cubicBezTo>
                      <a:cubicBezTo>
                        <a:pt x="7506" y="1285"/>
                        <a:pt x="7321" y="656"/>
                        <a:pt x="7025" y="28"/>
                      </a:cubicBezTo>
                      <a:cubicBezTo>
                        <a:pt x="6859" y="9"/>
                        <a:pt x="6683" y="0"/>
                        <a:pt x="6508" y="0"/>
                      </a:cubicBezTo>
                      <a:close/>
                    </a:path>
                  </a:pathLst>
                </a:custGeom>
                <a:solidFill>
                  <a:srgbClr val="F69C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9"/>
                <p:cNvSpPr/>
                <p:nvPr/>
              </p:nvSpPr>
              <p:spPr>
                <a:xfrm>
                  <a:off x="5271250" y="546825"/>
                  <a:ext cx="674750" cy="542575"/>
                </a:xfrm>
                <a:custGeom>
                  <a:rect b="b" l="l" r="r" t="t"/>
                  <a:pathLst>
                    <a:path extrusionOk="0" h="21703" w="26990">
                      <a:moveTo>
                        <a:pt x="20002" y="703"/>
                      </a:moveTo>
                      <a:cubicBezTo>
                        <a:pt x="23477" y="703"/>
                        <a:pt x="26250" y="3512"/>
                        <a:pt x="26250" y="6914"/>
                      </a:cubicBezTo>
                      <a:cubicBezTo>
                        <a:pt x="26250" y="9317"/>
                        <a:pt x="24956" y="11461"/>
                        <a:pt x="22775" y="12533"/>
                      </a:cubicBezTo>
                      <a:lnTo>
                        <a:pt x="6471" y="20519"/>
                      </a:lnTo>
                      <a:lnTo>
                        <a:pt x="6212" y="20667"/>
                      </a:lnTo>
                      <a:cubicBezTo>
                        <a:pt x="5694" y="20889"/>
                        <a:pt x="5140" y="21037"/>
                        <a:pt x="4548" y="21037"/>
                      </a:cubicBezTo>
                      <a:cubicBezTo>
                        <a:pt x="2441" y="21037"/>
                        <a:pt x="740" y="19299"/>
                        <a:pt x="740" y="17229"/>
                      </a:cubicBezTo>
                      <a:cubicBezTo>
                        <a:pt x="740" y="16119"/>
                        <a:pt x="1221" y="15121"/>
                        <a:pt x="2034" y="14382"/>
                      </a:cubicBezTo>
                      <a:lnTo>
                        <a:pt x="2219" y="14197"/>
                      </a:lnTo>
                      <a:lnTo>
                        <a:pt x="15639" y="2477"/>
                      </a:lnTo>
                      <a:lnTo>
                        <a:pt x="15935" y="2218"/>
                      </a:lnTo>
                      <a:cubicBezTo>
                        <a:pt x="17044" y="1257"/>
                        <a:pt x="18523" y="703"/>
                        <a:pt x="20002" y="703"/>
                      </a:cubicBezTo>
                      <a:close/>
                      <a:moveTo>
                        <a:pt x="20076" y="0"/>
                      </a:moveTo>
                      <a:cubicBezTo>
                        <a:pt x="18523" y="0"/>
                        <a:pt x="17044" y="518"/>
                        <a:pt x="15861" y="1442"/>
                      </a:cubicBezTo>
                      <a:lnTo>
                        <a:pt x="1590" y="13827"/>
                      </a:lnTo>
                      <a:lnTo>
                        <a:pt x="1332" y="14012"/>
                      </a:lnTo>
                      <a:cubicBezTo>
                        <a:pt x="518" y="14825"/>
                        <a:pt x="1" y="15972"/>
                        <a:pt x="1" y="17192"/>
                      </a:cubicBezTo>
                      <a:cubicBezTo>
                        <a:pt x="1" y="19669"/>
                        <a:pt x="2034" y="21702"/>
                        <a:pt x="4548" y="21702"/>
                      </a:cubicBezTo>
                      <a:cubicBezTo>
                        <a:pt x="5140" y="21702"/>
                        <a:pt x="5694" y="21628"/>
                        <a:pt x="6249" y="21406"/>
                      </a:cubicBezTo>
                      <a:lnTo>
                        <a:pt x="23144" y="13125"/>
                      </a:lnTo>
                      <a:lnTo>
                        <a:pt x="23477" y="12940"/>
                      </a:lnTo>
                      <a:cubicBezTo>
                        <a:pt x="25658" y="11720"/>
                        <a:pt x="26989" y="9465"/>
                        <a:pt x="26989" y="6914"/>
                      </a:cubicBezTo>
                      <a:cubicBezTo>
                        <a:pt x="26989" y="3106"/>
                        <a:pt x="23884" y="0"/>
                        <a:pt x="20076" y="0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0" name="Google Shape;330;p9"/>
          <p:cNvGrpSpPr/>
          <p:nvPr/>
        </p:nvGrpSpPr>
        <p:grpSpPr>
          <a:xfrm>
            <a:off x="192411" y="538899"/>
            <a:ext cx="1616368" cy="1410607"/>
            <a:chOff x="859151" y="1295450"/>
            <a:chExt cx="1616368" cy="1410607"/>
          </a:xfrm>
        </p:grpSpPr>
        <p:sp>
          <p:nvSpPr>
            <p:cNvPr id="331" name="Google Shape;331;p9"/>
            <p:cNvSpPr/>
            <p:nvPr/>
          </p:nvSpPr>
          <p:spPr>
            <a:xfrm>
              <a:off x="1830101" y="2061050"/>
              <a:ext cx="645418" cy="645007"/>
            </a:xfrm>
            <a:custGeom>
              <a:rect b="b" l="l" r="r" t="t"/>
              <a:pathLst>
                <a:path extrusionOk="0" h="28265" w="28283">
                  <a:moveTo>
                    <a:pt x="14160" y="7524"/>
                  </a:moveTo>
                  <a:cubicBezTo>
                    <a:pt x="15029" y="7524"/>
                    <a:pt x="15897" y="7699"/>
                    <a:pt x="16711" y="8051"/>
                  </a:cubicBezTo>
                  <a:cubicBezTo>
                    <a:pt x="18301" y="8679"/>
                    <a:pt x="19668" y="10010"/>
                    <a:pt x="20297" y="11637"/>
                  </a:cubicBezTo>
                  <a:cubicBezTo>
                    <a:pt x="20999" y="13264"/>
                    <a:pt x="20999" y="15112"/>
                    <a:pt x="20297" y="16739"/>
                  </a:cubicBezTo>
                  <a:cubicBezTo>
                    <a:pt x="19595" y="18329"/>
                    <a:pt x="18301" y="19622"/>
                    <a:pt x="16711" y="20325"/>
                  </a:cubicBezTo>
                  <a:cubicBezTo>
                    <a:pt x="15897" y="20676"/>
                    <a:pt x="15029" y="20852"/>
                    <a:pt x="14160" y="20852"/>
                  </a:cubicBezTo>
                  <a:cubicBezTo>
                    <a:pt x="13291" y="20852"/>
                    <a:pt x="12422" y="20676"/>
                    <a:pt x="11609" y="20325"/>
                  </a:cubicBezTo>
                  <a:cubicBezTo>
                    <a:pt x="9982" y="19622"/>
                    <a:pt x="8651" y="18329"/>
                    <a:pt x="7986" y="16739"/>
                  </a:cubicBezTo>
                  <a:cubicBezTo>
                    <a:pt x="7320" y="15112"/>
                    <a:pt x="7320" y="13264"/>
                    <a:pt x="7986" y="11637"/>
                  </a:cubicBezTo>
                  <a:cubicBezTo>
                    <a:pt x="8688" y="10010"/>
                    <a:pt x="9982" y="8679"/>
                    <a:pt x="11609" y="8051"/>
                  </a:cubicBezTo>
                  <a:cubicBezTo>
                    <a:pt x="12422" y="7699"/>
                    <a:pt x="13291" y="7524"/>
                    <a:pt x="14160" y="7524"/>
                  </a:cubicBezTo>
                  <a:close/>
                  <a:moveTo>
                    <a:pt x="14160" y="0"/>
                  </a:moveTo>
                  <a:cubicBezTo>
                    <a:pt x="13790" y="0"/>
                    <a:pt x="13420" y="10"/>
                    <a:pt x="13051" y="28"/>
                  </a:cubicBezTo>
                  <a:cubicBezTo>
                    <a:pt x="12385" y="1359"/>
                    <a:pt x="11979" y="2764"/>
                    <a:pt x="11757" y="4132"/>
                  </a:cubicBezTo>
                  <a:cubicBezTo>
                    <a:pt x="11239" y="4280"/>
                    <a:pt x="10722" y="4428"/>
                    <a:pt x="10204" y="4649"/>
                  </a:cubicBezTo>
                  <a:cubicBezTo>
                    <a:pt x="9723" y="4871"/>
                    <a:pt x="9243" y="5130"/>
                    <a:pt x="8799" y="5389"/>
                  </a:cubicBezTo>
                  <a:cubicBezTo>
                    <a:pt x="7616" y="4575"/>
                    <a:pt x="6396" y="3873"/>
                    <a:pt x="4954" y="3355"/>
                  </a:cubicBezTo>
                  <a:cubicBezTo>
                    <a:pt x="4400" y="3836"/>
                    <a:pt x="3845" y="4391"/>
                    <a:pt x="3364" y="4945"/>
                  </a:cubicBezTo>
                  <a:cubicBezTo>
                    <a:pt x="3882" y="6313"/>
                    <a:pt x="4584" y="7607"/>
                    <a:pt x="5398" y="8753"/>
                  </a:cubicBezTo>
                  <a:cubicBezTo>
                    <a:pt x="5139" y="9234"/>
                    <a:pt x="4917" y="9677"/>
                    <a:pt x="4658" y="10195"/>
                  </a:cubicBezTo>
                  <a:cubicBezTo>
                    <a:pt x="4474" y="10713"/>
                    <a:pt x="4289" y="11230"/>
                    <a:pt x="4178" y="11711"/>
                  </a:cubicBezTo>
                  <a:cubicBezTo>
                    <a:pt x="2773" y="11970"/>
                    <a:pt x="1405" y="12376"/>
                    <a:pt x="37" y="13005"/>
                  </a:cubicBezTo>
                  <a:cubicBezTo>
                    <a:pt x="0" y="13781"/>
                    <a:pt x="0" y="14484"/>
                    <a:pt x="37" y="15260"/>
                  </a:cubicBezTo>
                  <a:cubicBezTo>
                    <a:pt x="1405" y="15888"/>
                    <a:pt x="2773" y="16295"/>
                    <a:pt x="4178" y="16554"/>
                  </a:cubicBezTo>
                  <a:cubicBezTo>
                    <a:pt x="4289" y="17035"/>
                    <a:pt x="4437" y="17552"/>
                    <a:pt x="4658" y="18070"/>
                  </a:cubicBezTo>
                  <a:cubicBezTo>
                    <a:pt x="4917" y="18587"/>
                    <a:pt x="5139" y="19031"/>
                    <a:pt x="5398" y="19512"/>
                  </a:cubicBezTo>
                  <a:cubicBezTo>
                    <a:pt x="4584" y="20658"/>
                    <a:pt x="3882" y="21915"/>
                    <a:pt x="3364" y="23320"/>
                  </a:cubicBezTo>
                  <a:cubicBezTo>
                    <a:pt x="3845" y="23874"/>
                    <a:pt x="4400" y="24429"/>
                    <a:pt x="4954" y="24909"/>
                  </a:cubicBezTo>
                  <a:cubicBezTo>
                    <a:pt x="6322" y="24392"/>
                    <a:pt x="7616" y="23689"/>
                    <a:pt x="8799" y="22876"/>
                  </a:cubicBezTo>
                  <a:cubicBezTo>
                    <a:pt x="9243" y="23135"/>
                    <a:pt x="9723" y="23394"/>
                    <a:pt x="10204" y="23615"/>
                  </a:cubicBezTo>
                  <a:cubicBezTo>
                    <a:pt x="10722" y="23800"/>
                    <a:pt x="11239" y="23985"/>
                    <a:pt x="11757" y="24133"/>
                  </a:cubicBezTo>
                  <a:cubicBezTo>
                    <a:pt x="11979" y="25501"/>
                    <a:pt x="12385" y="26906"/>
                    <a:pt x="13051" y="28237"/>
                  </a:cubicBezTo>
                  <a:cubicBezTo>
                    <a:pt x="13420" y="28255"/>
                    <a:pt x="13790" y="28264"/>
                    <a:pt x="14160" y="28264"/>
                  </a:cubicBezTo>
                  <a:cubicBezTo>
                    <a:pt x="14530" y="28264"/>
                    <a:pt x="14899" y="28255"/>
                    <a:pt x="15269" y="28237"/>
                  </a:cubicBezTo>
                  <a:cubicBezTo>
                    <a:pt x="15897" y="26906"/>
                    <a:pt x="16341" y="25501"/>
                    <a:pt x="16563" y="24133"/>
                  </a:cubicBezTo>
                  <a:cubicBezTo>
                    <a:pt x="17081" y="23985"/>
                    <a:pt x="17561" y="23837"/>
                    <a:pt x="18079" y="23615"/>
                  </a:cubicBezTo>
                  <a:cubicBezTo>
                    <a:pt x="18596" y="23394"/>
                    <a:pt x="19040" y="23135"/>
                    <a:pt x="19521" y="22876"/>
                  </a:cubicBezTo>
                  <a:cubicBezTo>
                    <a:pt x="20667" y="23689"/>
                    <a:pt x="21924" y="24392"/>
                    <a:pt x="23366" y="24909"/>
                  </a:cubicBezTo>
                  <a:cubicBezTo>
                    <a:pt x="23920" y="24429"/>
                    <a:pt x="24475" y="23874"/>
                    <a:pt x="24918" y="23320"/>
                  </a:cubicBezTo>
                  <a:cubicBezTo>
                    <a:pt x="24401" y="21952"/>
                    <a:pt x="23735" y="20658"/>
                    <a:pt x="22885" y="19512"/>
                  </a:cubicBezTo>
                  <a:cubicBezTo>
                    <a:pt x="23181" y="19031"/>
                    <a:pt x="23403" y="18587"/>
                    <a:pt x="23624" y="18070"/>
                  </a:cubicBezTo>
                  <a:cubicBezTo>
                    <a:pt x="23809" y="17589"/>
                    <a:pt x="23994" y="17108"/>
                    <a:pt x="24142" y="16554"/>
                  </a:cubicBezTo>
                  <a:cubicBezTo>
                    <a:pt x="25510" y="16295"/>
                    <a:pt x="26915" y="15888"/>
                    <a:pt x="28246" y="15260"/>
                  </a:cubicBezTo>
                  <a:cubicBezTo>
                    <a:pt x="28283" y="14484"/>
                    <a:pt x="28283" y="13781"/>
                    <a:pt x="28246" y="13005"/>
                  </a:cubicBezTo>
                  <a:cubicBezTo>
                    <a:pt x="26915" y="12376"/>
                    <a:pt x="25510" y="11970"/>
                    <a:pt x="24142" y="11711"/>
                  </a:cubicBezTo>
                  <a:cubicBezTo>
                    <a:pt x="23994" y="11230"/>
                    <a:pt x="23846" y="10713"/>
                    <a:pt x="23624" y="10195"/>
                  </a:cubicBezTo>
                  <a:cubicBezTo>
                    <a:pt x="23403" y="9677"/>
                    <a:pt x="23181" y="9234"/>
                    <a:pt x="22885" y="8753"/>
                  </a:cubicBezTo>
                  <a:cubicBezTo>
                    <a:pt x="23735" y="7607"/>
                    <a:pt x="24401" y="6350"/>
                    <a:pt x="24918" y="4945"/>
                  </a:cubicBezTo>
                  <a:cubicBezTo>
                    <a:pt x="24475" y="4391"/>
                    <a:pt x="23920" y="3836"/>
                    <a:pt x="23366" y="3355"/>
                  </a:cubicBezTo>
                  <a:cubicBezTo>
                    <a:pt x="21961" y="3873"/>
                    <a:pt x="20667" y="4575"/>
                    <a:pt x="19521" y="5389"/>
                  </a:cubicBezTo>
                  <a:cubicBezTo>
                    <a:pt x="19040" y="5130"/>
                    <a:pt x="18596" y="4871"/>
                    <a:pt x="18079" y="4649"/>
                  </a:cubicBezTo>
                  <a:cubicBezTo>
                    <a:pt x="17561" y="4464"/>
                    <a:pt x="17081" y="4280"/>
                    <a:pt x="16563" y="4132"/>
                  </a:cubicBezTo>
                  <a:cubicBezTo>
                    <a:pt x="16341" y="2764"/>
                    <a:pt x="15897" y="1359"/>
                    <a:pt x="15269" y="28"/>
                  </a:cubicBezTo>
                  <a:cubicBezTo>
                    <a:pt x="14899" y="10"/>
                    <a:pt x="14530" y="0"/>
                    <a:pt x="14160" y="0"/>
                  </a:cubicBezTo>
                  <a:close/>
                </a:path>
              </a:pathLst>
            </a:custGeom>
            <a:solidFill>
              <a:srgbClr val="FEC1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859151" y="1295450"/>
              <a:ext cx="1158343" cy="1149820"/>
            </a:xfrm>
            <a:custGeom>
              <a:rect b="b" l="l" r="r" t="t"/>
              <a:pathLst>
                <a:path extrusionOk="0" h="28265" w="28283">
                  <a:moveTo>
                    <a:pt x="14160" y="7524"/>
                  </a:moveTo>
                  <a:cubicBezTo>
                    <a:pt x="15029" y="7524"/>
                    <a:pt x="15897" y="7699"/>
                    <a:pt x="16711" y="8051"/>
                  </a:cubicBezTo>
                  <a:cubicBezTo>
                    <a:pt x="18301" y="8679"/>
                    <a:pt x="19668" y="10010"/>
                    <a:pt x="20297" y="11637"/>
                  </a:cubicBezTo>
                  <a:cubicBezTo>
                    <a:pt x="20999" y="13264"/>
                    <a:pt x="20999" y="15112"/>
                    <a:pt x="20297" y="16739"/>
                  </a:cubicBezTo>
                  <a:cubicBezTo>
                    <a:pt x="19595" y="18329"/>
                    <a:pt x="18301" y="19622"/>
                    <a:pt x="16711" y="20325"/>
                  </a:cubicBezTo>
                  <a:cubicBezTo>
                    <a:pt x="15897" y="20676"/>
                    <a:pt x="15029" y="20852"/>
                    <a:pt x="14160" y="20852"/>
                  </a:cubicBezTo>
                  <a:cubicBezTo>
                    <a:pt x="13291" y="20852"/>
                    <a:pt x="12422" y="20676"/>
                    <a:pt x="11609" y="20325"/>
                  </a:cubicBezTo>
                  <a:cubicBezTo>
                    <a:pt x="9982" y="19622"/>
                    <a:pt x="8651" y="18329"/>
                    <a:pt x="7986" y="16739"/>
                  </a:cubicBezTo>
                  <a:cubicBezTo>
                    <a:pt x="7320" y="15112"/>
                    <a:pt x="7320" y="13264"/>
                    <a:pt x="7986" y="11637"/>
                  </a:cubicBezTo>
                  <a:cubicBezTo>
                    <a:pt x="8688" y="10010"/>
                    <a:pt x="9982" y="8679"/>
                    <a:pt x="11609" y="8051"/>
                  </a:cubicBezTo>
                  <a:cubicBezTo>
                    <a:pt x="12422" y="7699"/>
                    <a:pt x="13291" y="7524"/>
                    <a:pt x="14160" y="7524"/>
                  </a:cubicBezTo>
                  <a:close/>
                  <a:moveTo>
                    <a:pt x="14160" y="0"/>
                  </a:moveTo>
                  <a:cubicBezTo>
                    <a:pt x="13790" y="0"/>
                    <a:pt x="13420" y="10"/>
                    <a:pt x="13051" y="28"/>
                  </a:cubicBezTo>
                  <a:cubicBezTo>
                    <a:pt x="12385" y="1359"/>
                    <a:pt x="11979" y="2764"/>
                    <a:pt x="11757" y="4132"/>
                  </a:cubicBezTo>
                  <a:cubicBezTo>
                    <a:pt x="11239" y="4280"/>
                    <a:pt x="10722" y="4428"/>
                    <a:pt x="10204" y="4649"/>
                  </a:cubicBezTo>
                  <a:cubicBezTo>
                    <a:pt x="9723" y="4871"/>
                    <a:pt x="9243" y="5130"/>
                    <a:pt x="8799" y="5389"/>
                  </a:cubicBezTo>
                  <a:cubicBezTo>
                    <a:pt x="7616" y="4575"/>
                    <a:pt x="6396" y="3873"/>
                    <a:pt x="4954" y="3355"/>
                  </a:cubicBezTo>
                  <a:cubicBezTo>
                    <a:pt x="4400" y="3836"/>
                    <a:pt x="3845" y="4391"/>
                    <a:pt x="3364" y="4945"/>
                  </a:cubicBezTo>
                  <a:cubicBezTo>
                    <a:pt x="3882" y="6313"/>
                    <a:pt x="4584" y="7607"/>
                    <a:pt x="5398" y="8753"/>
                  </a:cubicBezTo>
                  <a:cubicBezTo>
                    <a:pt x="5139" y="9234"/>
                    <a:pt x="4917" y="9677"/>
                    <a:pt x="4658" y="10195"/>
                  </a:cubicBezTo>
                  <a:cubicBezTo>
                    <a:pt x="4474" y="10713"/>
                    <a:pt x="4289" y="11230"/>
                    <a:pt x="4178" y="11711"/>
                  </a:cubicBezTo>
                  <a:cubicBezTo>
                    <a:pt x="2773" y="11970"/>
                    <a:pt x="1405" y="12376"/>
                    <a:pt x="37" y="13005"/>
                  </a:cubicBezTo>
                  <a:cubicBezTo>
                    <a:pt x="0" y="13781"/>
                    <a:pt x="0" y="14484"/>
                    <a:pt x="37" y="15260"/>
                  </a:cubicBezTo>
                  <a:cubicBezTo>
                    <a:pt x="1405" y="15888"/>
                    <a:pt x="2773" y="16295"/>
                    <a:pt x="4178" y="16554"/>
                  </a:cubicBezTo>
                  <a:cubicBezTo>
                    <a:pt x="4289" y="17035"/>
                    <a:pt x="4437" y="17552"/>
                    <a:pt x="4658" y="18070"/>
                  </a:cubicBezTo>
                  <a:cubicBezTo>
                    <a:pt x="4917" y="18587"/>
                    <a:pt x="5139" y="19031"/>
                    <a:pt x="5398" y="19512"/>
                  </a:cubicBezTo>
                  <a:cubicBezTo>
                    <a:pt x="4584" y="20658"/>
                    <a:pt x="3882" y="21915"/>
                    <a:pt x="3364" y="23320"/>
                  </a:cubicBezTo>
                  <a:cubicBezTo>
                    <a:pt x="3845" y="23874"/>
                    <a:pt x="4400" y="24429"/>
                    <a:pt x="4954" y="24909"/>
                  </a:cubicBezTo>
                  <a:cubicBezTo>
                    <a:pt x="6322" y="24392"/>
                    <a:pt x="7616" y="23689"/>
                    <a:pt x="8799" y="22876"/>
                  </a:cubicBezTo>
                  <a:cubicBezTo>
                    <a:pt x="9243" y="23135"/>
                    <a:pt x="9723" y="23394"/>
                    <a:pt x="10204" y="23615"/>
                  </a:cubicBezTo>
                  <a:cubicBezTo>
                    <a:pt x="10722" y="23800"/>
                    <a:pt x="11239" y="23985"/>
                    <a:pt x="11757" y="24133"/>
                  </a:cubicBezTo>
                  <a:cubicBezTo>
                    <a:pt x="11979" y="25501"/>
                    <a:pt x="12385" y="26906"/>
                    <a:pt x="13051" y="28237"/>
                  </a:cubicBezTo>
                  <a:cubicBezTo>
                    <a:pt x="13420" y="28255"/>
                    <a:pt x="13790" y="28264"/>
                    <a:pt x="14160" y="28264"/>
                  </a:cubicBezTo>
                  <a:cubicBezTo>
                    <a:pt x="14530" y="28264"/>
                    <a:pt x="14899" y="28255"/>
                    <a:pt x="15269" y="28237"/>
                  </a:cubicBezTo>
                  <a:cubicBezTo>
                    <a:pt x="15897" y="26906"/>
                    <a:pt x="16341" y="25501"/>
                    <a:pt x="16563" y="24133"/>
                  </a:cubicBezTo>
                  <a:cubicBezTo>
                    <a:pt x="17081" y="23985"/>
                    <a:pt x="17561" y="23837"/>
                    <a:pt x="18079" y="23615"/>
                  </a:cubicBezTo>
                  <a:cubicBezTo>
                    <a:pt x="18596" y="23394"/>
                    <a:pt x="19040" y="23135"/>
                    <a:pt x="19521" y="22876"/>
                  </a:cubicBezTo>
                  <a:cubicBezTo>
                    <a:pt x="20667" y="23689"/>
                    <a:pt x="21924" y="24392"/>
                    <a:pt x="23366" y="24909"/>
                  </a:cubicBezTo>
                  <a:cubicBezTo>
                    <a:pt x="23920" y="24429"/>
                    <a:pt x="24475" y="23874"/>
                    <a:pt x="24918" y="23320"/>
                  </a:cubicBezTo>
                  <a:cubicBezTo>
                    <a:pt x="24401" y="21952"/>
                    <a:pt x="23735" y="20658"/>
                    <a:pt x="22885" y="19512"/>
                  </a:cubicBezTo>
                  <a:cubicBezTo>
                    <a:pt x="23181" y="19031"/>
                    <a:pt x="23403" y="18587"/>
                    <a:pt x="23624" y="18070"/>
                  </a:cubicBezTo>
                  <a:cubicBezTo>
                    <a:pt x="23809" y="17589"/>
                    <a:pt x="23994" y="17108"/>
                    <a:pt x="24142" y="16554"/>
                  </a:cubicBezTo>
                  <a:cubicBezTo>
                    <a:pt x="25510" y="16295"/>
                    <a:pt x="26915" y="15888"/>
                    <a:pt x="28246" y="15260"/>
                  </a:cubicBezTo>
                  <a:cubicBezTo>
                    <a:pt x="28283" y="14484"/>
                    <a:pt x="28283" y="13781"/>
                    <a:pt x="28246" y="13005"/>
                  </a:cubicBezTo>
                  <a:cubicBezTo>
                    <a:pt x="26915" y="12376"/>
                    <a:pt x="25510" y="11970"/>
                    <a:pt x="24142" y="11711"/>
                  </a:cubicBezTo>
                  <a:cubicBezTo>
                    <a:pt x="23994" y="11230"/>
                    <a:pt x="23846" y="10713"/>
                    <a:pt x="23624" y="10195"/>
                  </a:cubicBezTo>
                  <a:cubicBezTo>
                    <a:pt x="23403" y="9677"/>
                    <a:pt x="23181" y="9234"/>
                    <a:pt x="22885" y="8753"/>
                  </a:cubicBezTo>
                  <a:cubicBezTo>
                    <a:pt x="23735" y="7607"/>
                    <a:pt x="24401" y="6350"/>
                    <a:pt x="24918" y="4945"/>
                  </a:cubicBezTo>
                  <a:cubicBezTo>
                    <a:pt x="24475" y="4391"/>
                    <a:pt x="23920" y="3836"/>
                    <a:pt x="23366" y="3355"/>
                  </a:cubicBezTo>
                  <a:cubicBezTo>
                    <a:pt x="21961" y="3873"/>
                    <a:pt x="20667" y="4575"/>
                    <a:pt x="19521" y="5389"/>
                  </a:cubicBezTo>
                  <a:cubicBezTo>
                    <a:pt x="19040" y="5130"/>
                    <a:pt x="18596" y="4871"/>
                    <a:pt x="18079" y="4649"/>
                  </a:cubicBezTo>
                  <a:cubicBezTo>
                    <a:pt x="17561" y="4464"/>
                    <a:pt x="17081" y="4280"/>
                    <a:pt x="16563" y="4132"/>
                  </a:cubicBezTo>
                  <a:cubicBezTo>
                    <a:pt x="16341" y="2764"/>
                    <a:pt x="15897" y="1359"/>
                    <a:pt x="15269" y="28"/>
                  </a:cubicBezTo>
                  <a:cubicBezTo>
                    <a:pt x="14899" y="10"/>
                    <a:pt x="14530" y="0"/>
                    <a:pt x="14160" y="0"/>
                  </a:cubicBezTo>
                  <a:close/>
                </a:path>
              </a:pathLst>
            </a:custGeom>
            <a:solidFill>
              <a:srgbClr val="8BD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" name="Google Shape;333;p9"/>
            <p:cNvGrpSpPr/>
            <p:nvPr/>
          </p:nvGrpSpPr>
          <p:grpSpPr>
            <a:xfrm>
              <a:off x="1821945" y="1492261"/>
              <a:ext cx="461463" cy="762109"/>
              <a:chOff x="7706825" y="2112325"/>
              <a:chExt cx="671023" cy="1108200"/>
            </a:xfrm>
          </p:grpSpPr>
          <p:grpSp>
            <p:nvGrpSpPr>
              <p:cNvPr id="334" name="Google Shape;334;p9"/>
              <p:cNvGrpSpPr/>
              <p:nvPr/>
            </p:nvGrpSpPr>
            <p:grpSpPr>
              <a:xfrm>
                <a:off x="7706825" y="2112325"/>
                <a:ext cx="671023" cy="585999"/>
                <a:chOff x="6424275" y="2383350"/>
                <a:chExt cx="671023" cy="585999"/>
              </a:xfrm>
            </p:grpSpPr>
            <p:sp>
              <p:nvSpPr>
                <p:cNvPr id="335" name="Google Shape;335;p9"/>
                <p:cNvSpPr/>
                <p:nvPr/>
              </p:nvSpPr>
              <p:spPr>
                <a:xfrm>
                  <a:off x="6554599" y="2428626"/>
                  <a:ext cx="540699" cy="540723"/>
                </a:xfrm>
                <a:custGeom>
                  <a:rect b="b" l="l" r="r" t="t"/>
                  <a:pathLst>
                    <a:path extrusionOk="0" h="21629" w="21628">
                      <a:moveTo>
                        <a:pt x="0" y="1"/>
                      </a:moveTo>
                      <a:lnTo>
                        <a:pt x="0" y="3661"/>
                      </a:lnTo>
                      <a:cubicBezTo>
                        <a:pt x="9908" y="3661"/>
                        <a:pt x="17968" y="11683"/>
                        <a:pt x="17968" y="21628"/>
                      </a:cubicBezTo>
                      <a:lnTo>
                        <a:pt x="21628" y="21628"/>
                      </a:lnTo>
                      <a:cubicBezTo>
                        <a:pt x="21628" y="9724"/>
                        <a:pt x="11905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9"/>
                <p:cNvSpPr/>
                <p:nvPr/>
              </p:nvSpPr>
              <p:spPr>
                <a:xfrm>
                  <a:off x="6424275" y="2383350"/>
                  <a:ext cx="157150" cy="182100"/>
                </a:xfrm>
                <a:custGeom>
                  <a:rect b="b" l="l" r="r" t="t"/>
                  <a:pathLst>
                    <a:path extrusionOk="0" h="7284" w="6286">
                      <a:moveTo>
                        <a:pt x="6285" y="0"/>
                      </a:moveTo>
                      <a:lnTo>
                        <a:pt x="0" y="3660"/>
                      </a:lnTo>
                      <a:lnTo>
                        <a:pt x="6285" y="7283"/>
                      </a:lnTo>
                      <a:lnTo>
                        <a:pt x="6285" y="0"/>
                      </a:ln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" name="Google Shape;337;p9"/>
              <p:cNvGrpSpPr/>
              <p:nvPr/>
            </p:nvGrpSpPr>
            <p:grpSpPr>
              <a:xfrm>
                <a:off x="8299275" y="2747275"/>
                <a:ext cx="43450" cy="473250"/>
                <a:chOff x="7016725" y="3018300"/>
                <a:chExt cx="43450" cy="473250"/>
              </a:xfrm>
            </p:grpSpPr>
            <p:sp>
              <p:nvSpPr>
                <p:cNvPr id="338" name="Google Shape;338;p9"/>
                <p:cNvSpPr/>
                <p:nvPr/>
              </p:nvSpPr>
              <p:spPr>
                <a:xfrm>
                  <a:off x="7039825" y="3018300"/>
                  <a:ext cx="20350" cy="43475"/>
                </a:xfrm>
                <a:custGeom>
                  <a:rect b="b" l="l" r="r" t="t"/>
                  <a:pathLst>
                    <a:path extrusionOk="0" h="1739" w="814">
                      <a:moveTo>
                        <a:pt x="407" y="1"/>
                      </a:moveTo>
                      <a:cubicBezTo>
                        <a:pt x="186" y="1"/>
                        <a:pt x="1" y="186"/>
                        <a:pt x="1" y="408"/>
                      </a:cubicBezTo>
                      <a:lnTo>
                        <a:pt x="1" y="1332"/>
                      </a:lnTo>
                      <a:cubicBezTo>
                        <a:pt x="1" y="1554"/>
                        <a:pt x="186" y="1739"/>
                        <a:pt x="407" y="1739"/>
                      </a:cubicBezTo>
                      <a:cubicBezTo>
                        <a:pt x="592" y="1739"/>
                        <a:pt x="777" y="1591"/>
                        <a:pt x="814" y="1332"/>
                      </a:cubicBezTo>
                      <a:lnTo>
                        <a:pt x="814" y="408"/>
                      </a:lnTo>
                      <a:cubicBezTo>
                        <a:pt x="814" y="186"/>
                        <a:pt x="666" y="1"/>
                        <a:pt x="407" y="1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9"/>
                <p:cNvSpPr/>
                <p:nvPr/>
              </p:nvSpPr>
              <p:spPr>
                <a:xfrm>
                  <a:off x="7039825" y="3111650"/>
                  <a:ext cx="20350" cy="286550"/>
                </a:xfrm>
                <a:custGeom>
                  <a:rect b="b" l="l" r="r" t="t"/>
                  <a:pathLst>
                    <a:path extrusionOk="0" h="11462" w="814">
                      <a:moveTo>
                        <a:pt x="407" y="1"/>
                      </a:moveTo>
                      <a:cubicBezTo>
                        <a:pt x="186" y="1"/>
                        <a:pt x="1" y="186"/>
                        <a:pt x="1" y="408"/>
                      </a:cubicBezTo>
                      <a:lnTo>
                        <a:pt x="1" y="2071"/>
                      </a:lnTo>
                      <a:cubicBezTo>
                        <a:pt x="1" y="2293"/>
                        <a:pt x="186" y="2478"/>
                        <a:pt x="407" y="2478"/>
                      </a:cubicBezTo>
                      <a:cubicBezTo>
                        <a:pt x="592" y="2478"/>
                        <a:pt x="777" y="2367"/>
                        <a:pt x="814" y="2071"/>
                      </a:cubicBezTo>
                      <a:lnTo>
                        <a:pt x="814" y="408"/>
                      </a:lnTo>
                      <a:cubicBezTo>
                        <a:pt x="814" y="186"/>
                        <a:pt x="666" y="1"/>
                        <a:pt x="407" y="1"/>
                      </a:cubicBezTo>
                      <a:close/>
                      <a:moveTo>
                        <a:pt x="407" y="4474"/>
                      </a:moveTo>
                      <a:cubicBezTo>
                        <a:pt x="186" y="4474"/>
                        <a:pt x="1" y="4659"/>
                        <a:pt x="1" y="4881"/>
                      </a:cubicBezTo>
                      <a:lnTo>
                        <a:pt x="1" y="6545"/>
                      </a:lnTo>
                      <a:cubicBezTo>
                        <a:pt x="1" y="6804"/>
                        <a:pt x="186" y="6988"/>
                        <a:pt x="407" y="6988"/>
                      </a:cubicBezTo>
                      <a:cubicBezTo>
                        <a:pt x="592" y="6988"/>
                        <a:pt x="777" y="6841"/>
                        <a:pt x="814" y="6545"/>
                      </a:cubicBezTo>
                      <a:lnTo>
                        <a:pt x="814" y="4881"/>
                      </a:lnTo>
                      <a:cubicBezTo>
                        <a:pt x="814" y="4659"/>
                        <a:pt x="666" y="4474"/>
                        <a:pt x="407" y="4474"/>
                      </a:cubicBezTo>
                      <a:close/>
                      <a:moveTo>
                        <a:pt x="407" y="8948"/>
                      </a:moveTo>
                      <a:cubicBezTo>
                        <a:pt x="186" y="8948"/>
                        <a:pt x="1" y="9133"/>
                        <a:pt x="1" y="9392"/>
                      </a:cubicBezTo>
                      <a:lnTo>
                        <a:pt x="1" y="11055"/>
                      </a:lnTo>
                      <a:cubicBezTo>
                        <a:pt x="1" y="11277"/>
                        <a:pt x="186" y="11462"/>
                        <a:pt x="407" y="11462"/>
                      </a:cubicBezTo>
                      <a:cubicBezTo>
                        <a:pt x="592" y="11462"/>
                        <a:pt x="777" y="11314"/>
                        <a:pt x="814" y="11055"/>
                      </a:cubicBezTo>
                      <a:lnTo>
                        <a:pt x="814" y="9392"/>
                      </a:lnTo>
                      <a:cubicBezTo>
                        <a:pt x="814" y="9133"/>
                        <a:pt x="666" y="8948"/>
                        <a:pt x="407" y="8948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9"/>
                <p:cNvSpPr/>
                <p:nvPr/>
              </p:nvSpPr>
              <p:spPr>
                <a:xfrm>
                  <a:off x="7016725" y="3448100"/>
                  <a:ext cx="43450" cy="43450"/>
                </a:xfrm>
                <a:custGeom>
                  <a:rect b="b" l="l" r="r" t="t"/>
                  <a:pathLst>
                    <a:path extrusionOk="0" h="1738" w="1738">
                      <a:moveTo>
                        <a:pt x="1331" y="0"/>
                      </a:moveTo>
                      <a:cubicBezTo>
                        <a:pt x="1110" y="0"/>
                        <a:pt x="925" y="185"/>
                        <a:pt x="925" y="407"/>
                      </a:cubicBezTo>
                      <a:lnTo>
                        <a:pt x="925" y="925"/>
                      </a:lnTo>
                      <a:lnTo>
                        <a:pt x="407" y="925"/>
                      </a:lnTo>
                      <a:cubicBezTo>
                        <a:pt x="185" y="925"/>
                        <a:pt x="0" y="1109"/>
                        <a:pt x="0" y="1331"/>
                      </a:cubicBezTo>
                      <a:cubicBezTo>
                        <a:pt x="0" y="1553"/>
                        <a:pt x="185" y="1738"/>
                        <a:pt x="407" y="1738"/>
                      </a:cubicBezTo>
                      <a:lnTo>
                        <a:pt x="1331" y="1738"/>
                      </a:lnTo>
                      <a:cubicBezTo>
                        <a:pt x="1516" y="1738"/>
                        <a:pt x="1701" y="1553"/>
                        <a:pt x="1738" y="1331"/>
                      </a:cubicBezTo>
                      <a:lnTo>
                        <a:pt x="1738" y="407"/>
                      </a:lnTo>
                      <a:cubicBezTo>
                        <a:pt x="1738" y="185"/>
                        <a:pt x="1590" y="0"/>
                        <a:pt x="1331" y="0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idx="1" type="body"/>
          </p:nvPr>
        </p:nvSpPr>
        <p:spPr>
          <a:xfrm>
            <a:off x="1369086" y="1817802"/>
            <a:ext cx="10229158" cy="474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Should the DINOv3 specialist backbone be used as-is; or adapted to the LandCover 50K dataset?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If adaptation is needed: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Full fine-tuning: </a:t>
            </a:r>
            <a:r>
              <a:rPr lang="en-US" sz="2000"/>
              <a:t>Does end-to-end training offer meaningful gains despite high computational cost?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Partial fine-tuning: </a:t>
            </a:r>
            <a:r>
              <a:rPr lang="en-US" sz="2000"/>
              <a:t>Would tuning only later layers provide a balance between cost and performance?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Parameter-efficient fine-tuning: </a:t>
            </a:r>
            <a:r>
              <a:rPr lang="en-US" sz="2000"/>
              <a:t>Could methods like LoRA or adapters deliver domain adaptation with limited compute?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100"/>
              <a:t>Zero-shot (as-is):</a:t>
            </a:r>
            <a:r>
              <a:rPr lang="en-US" sz="2100"/>
              <a:t> Does using DINOv3-SAT pretrained features directly, without any adaptation, match or exceed fine-tuned performance on LandCover 50K?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What are the trade-offs between using pretrained specialist features vs. task-specific adaptation?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Specialist Backbone Replacement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grpSp>
        <p:nvGrpSpPr>
          <p:cNvPr id="347" name="Google Shape;347;p24"/>
          <p:cNvGrpSpPr/>
          <p:nvPr/>
        </p:nvGrpSpPr>
        <p:grpSpPr>
          <a:xfrm>
            <a:off x="72862" y="2340896"/>
            <a:ext cx="1215113" cy="2176207"/>
            <a:chOff x="5246050" y="951450"/>
            <a:chExt cx="1344300" cy="2407575"/>
          </a:xfrm>
        </p:grpSpPr>
        <p:grpSp>
          <p:nvGrpSpPr>
            <p:cNvPr id="348" name="Google Shape;348;p24"/>
            <p:cNvGrpSpPr/>
            <p:nvPr/>
          </p:nvGrpSpPr>
          <p:grpSpPr>
            <a:xfrm>
              <a:off x="5300250" y="951450"/>
              <a:ext cx="733050" cy="569600"/>
              <a:chOff x="1833150" y="1046200"/>
              <a:chExt cx="733050" cy="569600"/>
            </a:xfrm>
          </p:grpSpPr>
          <p:sp>
            <p:nvSpPr>
              <p:cNvPr id="349" name="Google Shape;349;p24"/>
              <p:cNvSpPr/>
              <p:nvPr/>
            </p:nvSpPr>
            <p:spPr>
              <a:xfrm>
                <a:off x="1833150" y="1046200"/>
                <a:ext cx="733050" cy="535400"/>
              </a:xfrm>
              <a:custGeom>
                <a:rect b="b" l="l" r="r" t="t"/>
                <a:pathLst>
                  <a:path extrusionOk="0" h="21416" w="29322">
                    <a:moveTo>
                      <a:pt x="29321" y="0"/>
                    </a:moveTo>
                    <a:lnTo>
                      <a:pt x="0" y="14811"/>
                    </a:lnTo>
                    <a:lnTo>
                      <a:pt x="0" y="14811"/>
                    </a:lnTo>
                    <a:lnTo>
                      <a:pt x="10241" y="14377"/>
                    </a:lnTo>
                    <a:lnTo>
                      <a:pt x="26453" y="2902"/>
                    </a:lnTo>
                    <a:lnTo>
                      <a:pt x="26453" y="2902"/>
                    </a:lnTo>
                    <a:lnTo>
                      <a:pt x="13744" y="15244"/>
                    </a:lnTo>
                    <a:lnTo>
                      <a:pt x="22650" y="21415"/>
                    </a:lnTo>
                    <a:lnTo>
                      <a:pt x="29321" y="0"/>
                    </a:ln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>
                <a:off x="2089175" y="1118750"/>
                <a:ext cx="405300" cy="497050"/>
              </a:xfrm>
              <a:custGeom>
                <a:rect b="b" l="l" r="r" t="t"/>
                <a:pathLst>
                  <a:path extrusionOk="0" h="19882" w="16212">
                    <a:moveTo>
                      <a:pt x="16212" y="0"/>
                    </a:moveTo>
                    <a:lnTo>
                      <a:pt x="0" y="11475"/>
                    </a:lnTo>
                    <a:lnTo>
                      <a:pt x="2769" y="19881"/>
                    </a:lnTo>
                    <a:lnTo>
                      <a:pt x="3503" y="12342"/>
                    </a:lnTo>
                    <a:lnTo>
                      <a:pt x="16212" y="0"/>
                    </a:lnTo>
                    <a:close/>
                  </a:path>
                </a:pathLst>
              </a:custGeom>
              <a:solidFill>
                <a:srgbClr val="6DB6C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>
                <a:off x="2158375" y="1427300"/>
                <a:ext cx="98425" cy="188500"/>
              </a:xfrm>
              <a:custGeom>
                <a:rect b="b" l="l" r="r" t="t"/>
                <a:pathLst>
                  <a:path extrusionOk="0" h="7540" w="3937">
                    <a:moveTo>
                      <a:pt x="735" y="0"/>
                    </a:moveTo>
                    <a:lnTo>
                      <a:pt x="1" y="7539"/>
                    </a:lnTo>
                    <a:lnTo>
                      <a:pt x="3937" y="2235"/>
                    </a:lnTo>
                    <a:lnTo>
                      <a:pt x="735" y="0"/>
                    </a:lnTo>
                    <a:close/>
                  </a:path>
                </a:pathLst>
              </a:custGeom>
              <a:solidFill>
                <a:srgbClr val="2B6B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24"/>
            <p:cNvSpPr/>
            <p:nvPr/>
          </p:nvSpPr>
          <p:spPr>
            <a:xfrm>
              <a:off x="5246050" y="1590825"/>
              <a:ext cx="1344300" cy="1768200"/>
            </a:xfrm>
            <a:custGeom>
              <a:rect b="b" l="l" r="r" t="t"/>
              <a:pathLst>
                <a:path extrusionOk="0" h="70728" w="53772">
                  <a:moveTo>
                    <a:pt x="11474" y="1"/>
                  </a:moveTo>
                  <a:cubicBezTo>
                    <a:pt x="11355" y="1"/>
                    <a:pt x="11233" y="52"/>
                    <a:pt x="11141" y="144"/>
                  </a:cubicBezTo>
                  <a:cubicBezTo>
                    <a:pt x="11008" y="277"/>
                    <a:pt x="10941" y="344"/>
                    <a:pt x="10841" y="477"/>
                  </a:cubicBezTo>
                  <a:cubicBezTo>
                    <a:pt x="10674" y="644"/>
                    <a:pt x="10741" y="944"/>
                    <a:pt x="10908" y="1078"/>
                  </a:cubicBezTo>
                  <a:cubicBezTo>
                    <a:pt x="10975" y="1111"/>
                    <a:pt x="11075" y="1144"/>
                    <a:pt x="11141" y="1144"/>
                  </a:cubicBezTo>
                  <a:cubicBezTo>
                    <a:pt x="11275" y="1144"/>
                    <a:pt x="11408" y="1111"/>
                    <a:pt x="11508" y="1011"/>
                  </a:cubicBezTo>
                  <a:cubicBezTo>
                    <a:pt x="11608" y="911"/>
                    <a:pt x="11675" y="811"/>
                    <a:pt x="11775" y="677"/>
                  </a:cubicBezTo>
                  <a:cubicBezTo>
                    <a:pt x="11942" y="510"/>
                    <a:pt x="11909" y="277"/>
                    <a:pt x="11742" y="110"/>
                  </a:cubicBezTo>
                  <a:cubicBezTo>
                    <a:pt x="11667" y="35"/>
                    <a:pt x="11571" y="1"/>
                    <a:pt x="11474" y="1"/>
                  </a:cubicBezTo>
                  <a:close/>
                  <a:moveTo>
                    <a:pt x="10209" y="1623"/>
                  </a:moveTo>
                  <a:cubicBezTo>
                    <a:pt x="10066" y="1623"/>
                    <a:pt x="9926" y="1683"/>
                    <a:pt x="9841" y="1811"/>
                  </a:cubicBezTo>
                  <a:lnTo>
                    <a:pt x="9607" y="2178"/>
                  </a:lnTo>
                  <a:cubicBezTo>
                    <a:pt x="9474" y="2412"/>
                    <a:pt x="9507" y="2645"/>
                    <a:pt x="9740" y="2779"/>
                  </a:cubicBezTo>
                  <a:cubicBezTo>
                    <a:pt x="9774" y="2812"/>
                    <a:pt x="9841" y="2845"/>
                    <a:pt x="9941" y="2845"/>
                  </a:cubicBezTo>
                  <a:cubicBezTo>
                    <a:pt x="10041" y="2845"/>
                    <a:pt x="10174" y="2779"/>
                    <a:pt x="10341" y="2612"/>
                  </a:cubicBezTo>
                  <a:cubicBezTo>
                    <a:pt x="10374" y="2479"/>
                    <a:pt x="10474" y="2412"/>
                    <a:pt x="10574" y="2278"/>
                  </a:cubicBezTo>
                  <a:cubicBezTo>
                    <a:pt x="10674" y="2045"/>
                    <a:pt x="10641" y="1811"/>
                    <a:pt x="10441" y="1678"/>
                  </a:cubicBezTo>
                  <a:cubicBezTo>
                    <a:pt x="10369" y="1642"/>
                    <a:pt x="10289" y="1623"/>
                    <a:pt x="10209" y="1623"/>
                  </a:cubicBezTo>
                  <a:close/>
                  <a:moveTo>
                    <a:pt x="9090" y="3467"/>
                  </a:moveTo>
                  <a:cubicBezTo>
                    <a:pt x="8940" y="3467"/>
                    <a:pt x="8775" y="3541"/>
                    <a:pt x="8706" y="3679"/>
                  </a:cubicBezTo>
                  <a:cubicBezTo>
                    <a:pt x="8640" y="3813"/>
                    <a:pt x="8540" y="3946"/>
                    <a:pt x="8506" y="4080"/>
                  </a:cubicBezTo>
                  <a:cubicBezTo>
                    <a:pt x="8440" y="4280"/>
                    <a:pt x="8506" y="4513"/>
                    <a:pt x="8706" y="4613"/>
                  </a:cubicBezTo>
                  <a:cubicBezTo>
                    <a:pt x="8773" y="4647"/>
                    <a:pt x="8840" y="4647"/>
                    <a:pt x="8907" y="4647"/>
                  </a:cubicBezTo>
                  <a:cubicBezTo>
                    <a:pt x="9073" y="4647"/>
                    <a:pt x="9207" y="4580"/>
                    <a:pt x="9273" y="4447"/>
                  </a:cubicBezTo>
                  <a:cubicBezTo>
                    <a:pt x="9307" y="4313"/>
                    <a:pt x="9407" y="4180"/>
                    <a:pt x="9440" y="4080"/>
                  </a:cubicBezTo>
                  <a:cubicBezTo>
                    <a:pt x="9540" y="3880"/>
                    <a:pt x="9474" y="3646"/>
                    <a:pt x="9273" y="3513"/>
                  </a:cubicBezTo>
                  <a:cubicBezTo>
                    <a:pt x="9222" y="3482"/>
                    <a:pt x="9157" y="3467"/>
                    <a:pt x="9090" y="3467"/>
                  </a:cubicBezTo>
                  <a:close/>
                  <a:moveTo>
                    <a:pt x="8328" y="5363"/>
                  </a:moveTo>
                  <a:cubicBezTo>
                    <a:pt x="8151" y="5363"/>
                    <a:pt x="7961" y="5483"/>
                    <a:pt x="7906" y="5647"/>
                  </a:cubicBezTo>
                  <a:cubicBezTo>
                    <a:pt x="7839" y="5781"/>
                    <a:pt x="7806" y="5948"/>
                    <a:pt x="7772" y="6048"/>
                  </a:cubicBezTo>
                  <a:cubicBezTo>
                    <a:pt x="7672" y="6315"/>
                    <a:pt x="7806" y="6515"/>
                    <a:pt x="8006" y="6615"/>
                  </a:cubicBezTo>
                  <a:lnTo>
                    <a:pt x="8139" y="6615"/>
                  </a:lnTo>
                  <a:cubicBezTo>
                    <a:pt x="8306" y="6615"/>
                    <a:pt x="8473" y="6481"/>
                    <a:pt x="8573" y="6315"/>
                  </a:cubicBezTo>
                  <a:lnTo>
                    <a:pt x="8673" y="5948"/>
                  </a:lnTo>
                  <a:cubicBezTo>
                    <a:pt x="8773" y="5748"/>
                    <a:pt x="8640" y="5481"/>
                    <a:pt x="8440" y="5381"/>
                  </a:cubicBezTo>
                  <a:cubicBezTo>
                    <a:pt x="8404" y="5369"/>
                    <a:pt x="8367" y="5363"/>
                    <a:pt x="8328" y="5363"/>
                  </a:cubicBezTo>
                  <a:close/>
                  <a:moveTo>
                    <a:pt x="7738" y="7344"/>
                  </a:moveTo>
                  <a:cubicBezTo>
                    <a:pt x="7506" y="7344"/>
                    <a:pt x="7336" y="7499"/>
                    <a:pt x="7305" y="7682"/>
                  </a:cubicBezTo>
                  <a:cubicBezTo>
                    <a:pt x="7272" y="7816"/>
                    <a:pt x="7272" y="7982"/>
                    <a:pt x="7239" y="8116"/>
                  </a:cubicBezTo>
                  <a:cubicBezTo>
                    <a:pt x="7172" y="8349"/>
                    <a:pt x="7339" y="8583"/>
                    <a:pt x="7539" y="8616"/>
                  </a:cubicBezTo>
                  <a:lnTo>
                    <a:pt x="7639" y="8616"/>
                  </a:lnTo>
                  <a:cubicBezTo>
                    <a:pt x="7806" y="8616"/>
                    <a:pt x="8006" y="8483"/>
                    <a:pt x="8073" y="8283"/>
                  </a:cubicBezTo>
                  <a:cubicBezTo>
                    <a:pt x="8106" y="8116"/>
                    <a:pt x="8106" y="7982"/>
                    <a:pt x="8139" y="7849"/>
                  </a:cubicBezTo>
                  <a:cubicBezTo>
                    <a:pt x="8173" y="7616"/>
                    <a:pt x="8006" y="7415"/>
                    <a:pt x="7806" y="7349"/>
                  </a:cubicBezTo>
                  <a:cubicBezTo>
                    <a:pt x="7783" y="7346"/>
                    <a:pt x="7760" y="7344"/>
                    <a:pt x="7738" y="7344"/>
                  </a:cubicBezTo>
                  <a:close/>
                  <a:moveTo>
                    <a:pt x="7412" y="9446"/>
                  </a:moveTo>
                  <a:cubicBezTo>
                    <a:pt x="7200" y="9446"/>
                    <a:pt x="7005" y="9604"/>
                    <a:pt x="7005" y="9817"/>
                  </a:cubicBezTo>
                  <a:cubicBezTo>
                    <a:pt x="6972" y="9951"/>
                    <a:pt x="6972" y="10117"/>
                    <a:pt x="6972" y="10251"/>
                  </a:cubicBezTo>
                  <a:cubicBezTo>
                    <a:pt x="6972" y="10484"/>
                    <a:pt x="7139" y="10684"/>
                    <a:pt x="7405" y="10684"/>
                  </a:cubicBezTo>
                  <a:cubicBezTo>
                    <a:pt x="7606" y="10684"/>
                    <a:pt x="7806" y="10518"/>
                    <a:pt x="7806" y="10318"/>
                  </a:cubicBezTo>
                  <a:cubicBezTo>
                    <a:pt x="7839" y="10184"/>
                    <a:pt x="7839" y="10017"/>
                    <a:pt x="7839" y="9917"/>
                  </a:cubicBezTo>
                  <a:cubicBezTo>
                    <a:pt x="7872" y="9650"/>
                    <a:pt x="7706" y="9450"/>
                    <a:pt x="7472" y="9450"/>
                  </a:cubicBezTo>
                  <a:cubicBezTo>
                    <a:pt x="7452" y="9447"/>
                    <a:pt x="7432" y="9446"/>
                    <a:pt x="7412" y="9446"/>
                  </a:cubicBezTo>
                  <a:close/>
                  <a:moveTo>
                    <a:pt x="7405" y="11585"/>
                  </a:moveTo>
                  <a:cubicBezTo>
                    <a:pt x="7139" y="11585"/>
                    <a:pt x="6972" y="11752"/>
                    <a:pt x="6972" y="11985"/>
                  </a:cubicBezTo>
                  <a:lnTo>
                    <a:pt x="6972" y="12419"/>
                  </a:lnTo>
                  <a:cubicBezTo>
                    <a:pt x="6972" y="12619"/>
                    <a:pt x="7172" y="12786"/>
                    <a:pt x="7405" y="12786"/>
                  </a:cubicBezTo>
                  <a:cubicBezTo>
                    <a:pt x="7639" y="12786"/>
                    <a:pt x="7806" y="12586"/>
                    <a:pt x="7806" y="12419"/>
                  </a:cubicBezTo>
                  <a:lnTo>
                    <a:pt x="7806" y="11985"/>
                  </a:lnTo>
                  <a:cubicBezTo>
                    <a:pt x="7806" y="11752"/>
                    <a:pt x="7606" y="11585"/>
                    <a:pt x="7405" y="11585"/>
                  </a:cubicBezTo>
                  <a:close/>
                  <a:moveTo>
                    <a:pt x="7565" y="13616"/>
                  </a:moveTo>
                  <a:cubicBezTo>
                    <a:pt x="7545" y="13616"/>
                    <a:pt x="7526" y="13617"/>
                    <a:pt x="7506" y="13620"/>
                  </a:cubicBezTo>
                  <a:cubicBezTo>
                    <a:pt x="7272" y="13653"/>
                    <a:pt x="7105" y="13853"/>
                    <a:pt x="7139" y="14087"/>
                  </a:cubicBezTo>
                  <a:cubicBezTo>
                    <a:pt x="7139" y="14187"/>
                    <a:pt x="7172" y="14354"/>
                    <a:pt x="7172" y="14487"/>
                  </a:cubicBezTo>
                  <a:cubicBezTo>
                    <a:pt x="7239" y="14687"/>
                    <a:pt x="7405" y="14854"/>
                    <a:pt x="7606" y="14854"/>
                  </a:cubicBezTo>
                  <a:lnTo>
                    <a:pt x="7639" y="14854"/>
                  </a:lnTo>
                  <a:cubicBezTo>
                    <a:pt x="7906" y="14854"/>
                    <a:pt x="8073" y="14621"/>
                    <a:pt x="8006" y="14420"/>
                  </a:cubicBezTo>
                  <a:cubicBezTo>
                    <a:pt x="8006" y="14287"/>
                    <a:pt x="7973" y="14120"/>
                    <a:pt x="7973" y="13987"/>
                  </a:cubicBezTo>
                  <a:cubicBezTo>
                    <a:pt x="7942" y="13773"/>
                    <a:pt x="7772" y="13616"/>
                    <a:pt x="7565" y="13616"/>
                  </a:cubicBezTo>
                  <a:close/>
                  <a:moveTo>
                    <a:pt x="7825" y="15650"/>
                  </a:moveTo>
                  <a:cubicBezTo>
                    <a:pt x="7807" y="15650"/>
                    <a:pt x="7790" y="15652"/>
                    <a:pt x="7772" y="15655"/>
                  </a:cubicBezTo>
                  <a:cubicBezTo>
                    <a:pt x="7539" y="15688"/>
                    <a:pt x="7405" y="15955"/>
                    <a:pt x="7439" y="16155"/>
                  </a:cubicBezTo>
                  <a:cubicBezTo>
                    <a:pt x="7472" y="16288"/>
                    <a:pt x="7472" y="16455"/>
                    <a:pt x="7506" y="16589"/>
                  </a:cubicBezTo>
                  <a:cubicBezTo>
                    <a:pt x="7539" y="16789"/>
                    <a:pt x="7739" y="16922"/>
                    <a:pt x="7939" y="16922"/>
                  </a:cubicBezTo>
                  <a:lnTo>
                    <a:pt x="8006" y="16922"/>
                  </a:lnTo>
                  <a:cubicBezTo>
                    <a:pt x="8273" y="16856"/>
                    <a:pt x="8373" y="16622"/>
                    <a:pt x="8339" y="16422"/>
                  </a:cubicBezTo>
                  <a:cubicBezTo>
                    <a:pt x="8306" y="16288"/>
                    <a:pt x="8306" y="16122"/>
                    <a:pt x="8273" y="15988"/>
                  </a:cubicBezTo>
                  <a:cubicBezTo>
                    <a:pt x="8212" y="15805"/>
                    <a:pt x="8012" y="15650"/>
                    <a:pt x="7825" y="15650"/>
                  </a:cubicBezTo>
                  <a:close/>
                  <a:moveTo>
                    <a:pt x="8236" y="17684"/>
                  </a:moveTo>
                  <a:cubicBezTo>
                    <a:pt x="8215" y="17684"/>
                    <a:pt x="8193" y="17686"/>
                    <a:pt x="8173" y="17689"/>
                  </a:cubicBezTo>
                  <a:cubicBezTo>
                    <a:pt x="7973" y="17756"/>
                    <a:pt x="7839" y="17990"/>
                    <a:pt x="7872" y="18190"/>
                  </a:cubicBezTo>
                  <a:lnTo>
                    <a:pt x="7973" y="18623"/>
                  </a:lnTo>
                  <a:cubicBezTo>
                    <a:pt x="8006" y="18824"/>
                    <a:pt x="8173" y="18957"/>
                    <a:pt x="8373" y="18957"/>
                  </a:cubicBezTo>
                  <a:cubicBezTo>
                    <a:pt x="8373" y="18957"/>
                    <a:pt x="8440" y="18957"/>
                    <a:pt x="8473" y="18924"/>
                  </a:cubicBezTo>
                  <a:cubicBezTo>
                    <a:pt x="8673" y="18857"/>
                    <a:pt x="8806" y="18623"/>
                    <a:pt x="8773" y="18423"/>
                  </a:cubicBezTo>
                  <a:lnTo>
                    <a:pt x="8673" y="17990"/>
                  </a:lnTo>
                  <a:cubicBezTo>
                    <a:pt x="8643" y="17810"/>
                    <a:pt x="8425" y="17684"/>
                    <a:pt x="8236" y="17684"/>
                  </a:cubicBezTo>
                  <a:close/>
                  <a:moveTo>
                    <a:pt x="6638" y="19257"/>
                  </a:moveTo>
                  <a:cubicBezTo>
                    <a:pt x="6438" y="19291"/>
                    <a:pt x="6271" y="19457"/>
                    <a:pt x="6271" y="19691"/>
                  </a:cubicBezTo>
                  <a:cubicBezTo>
                    <a:pt x="6271" y="19924"/>
                    <a:pt x="6471" y="20091"/>
                    <a:pt x="6672" y="20091"/>
                  </a:cubicBezTo>
                  <a:lnTo>
                    <a:pt x="7105" y="20091"/>
                  </a:lnTo>
                  <a:cubicBezTo>
                    <a:pt x="7305" y="20091"/>
                    <a:pt x="7506" y="19858"/>
                    <a:pt x="7506" y="19658"/>
                  </a:cubicBezTo>
                  <a:cubicBezTo>
                    <a:pt x="7506" y="19457"/>
                    <a:pt x="7339" y="19257"/>
                    <a:pt x="7105" y="19257"/>
                  </a:cubicBezTo>
                  <a:close/>
                  <a:moveTo>
                    <a:pt x="5032" y="19557"/>
                  </a:moveTo>
                  <a:cubicBezTo>
                    <a:pt x="4979" y="19557"/>
                    <a:pt x="4925" y="19567"/>
                    <a:pt x="4870" y="19591"/>
                  </a:cubicBezTo>
                  <a:cubicBezTo>
                    <a:pt x="4770" y="19624"/>
                    <a:pt x="4603" y="19691"/>
                    <a:pt x="4470" y="19758"/>
                  </a:cubicBezTo>
                  <a:cubicBezTo>
                    <a:pt x="4270" y="19824"/>
                    <a:pt x="4170" y="20091"/>
                    <a:pt x="4270" y="20291"/>
                  </a:cubicBezTo>
                  <a:cubicBezTo>
                    <a:pt x="4303" y="20458"/>
                    <a:pt x="4470" y="20525"/>
                    <a:pt x="4637" y="20525"/>
                  </a:cubicBezTo>
                  <a:cubicBezTo>
                    <a:pt x="4737" y="20525"/>
                    <a:pt x="4770" y="20525"/>
                    <a:pt x="4804" y="20491"/>
                  </a:cubicBezTo>
                  <a:lnTo>
                    <a:pt x="5171" y="20358"/>
                  </a:lnTo>
                  <a:cubicBezTo>
                    <a:pt x="5371" y="20291"/>
                    <a:pt x="5504" y="20024"/>
                    <a:pt x="5437" y="19824"/>
                  </a:cubicBezTo>
                  <a:cubicBezTo>
                    <a:pt x="5361" y="19671"/>
                    <a:pt x="5206" y="19557"/>
                    <a:pt x="5032" y="19557"/>
                  </a:cubicBezTo>
                  <a:close/>
                  <a:moveTo>
                    <a:pt x="8679" y="19428"/>
                  </a:moveTo>
                  <a:cubicBezTo>
                    <a:pt x="8508" y="19428"/>
                    <a:pt x="8333" y="19571"/>
                    <a:pt x="8306" y="19758"/>
                  </a:cubicBezTo>
                  <a:cubicBezTo>
                    <a:pt x="8306" y="19824"/>
                    <a:pt x="8306" y="19958"/>
                    <a:pt x="8339" y="20024"/>
                  </a:cubicBezTo>
                  <a:lnTo>
                    <a:pt x="8339" y="20225"/>
                  </a:lnTo>
                  <a:lnTo>
                    <a:pt x="8440" y="20658"/>
                  </a:lnTo>
                  <a:cubicBezTo>
                    <a:pt x="8473" y="20858"/>
                    <a:pt x="8640" y="20992"/>
                    <a:pt x="8840" y="20992"/>
                  </a:cubicBezTo>
                  <a:lnTo>
                    <a:pt x="8940" y="20992"/>
                  </a:lnTo>
                  <a:cubicBezTo>
                    <a:pt x="9140" y="20958"/>
                    <a:pt x="9273" y="20692"/>
                    <a:pt x="9240" y="20491"/>
                  </a:cubicBezTo>
                  <a:lnTo>
                    <a:pt x="9240" y="20425"/>
                  </a:lnTo>
                  <a:cubicBezTo>
                    <a:pt x="9340" y="20358"/>
                    <a:pt x="9474" y="20258"/>
                    <a:pt x="9507" y="20125"/>
                  </a:cubicBezTo>
                  <a:cubicBezTo>
                    <a:pt x="9574" y="19858"/>
                    <a:pt x="9440" y="19658"/>
                    <a:pt x="9240" y="19591"/>
                  </a:cubicBezTo>
                  <a:cubicBezTo>
                    <a:pt x="9107" y="19524"/>
                    <a:pt x="8940" y="19491"/>
                    <a:pt x="8806" y="19457"/>
                  </a:cubicBezTo>
                  <a:cubicBezTo>
                    <a:pt x="8766" y="19437"/>
                    <a:pt x="8722" y="19428"/>
                    <a:pt x="8679" y="19428"/>
                  </a:cubicBezTo>
                  <a:close/>
                  <a:moveTo>
                    <a:pt x="10622" y="20223"/>
                  </a:moveTo>
                  <a:cubicBezTo>
                    <a:pt x="10482" y="20223"/>
                    <a:pt x="10351" y="20305"/>
                    <a:pt x="10308" y="20458"/>
                  </a:cubicBezTo>
                  <a:cubicBezTo>
                    <a:pt x="10174" y="20658"/>
                    <a:pt x="10274" y="20925"/>
                    <a:pt x="10474" y="20992"/>
                  </a:cubicBezTo>
                  <a:cubicBezTo>
                    <a:pt x="10608" y="21025"/>
                    <a:pt x="10741" y="21092"/>
                    <a:pt x="10841" y="21159"/>
                  </a:cubicBezTo>
                  <a:cubicBezTo>
                    <a:pt x="10941" y="21192"/>
                    <a:pt x="10975" y="21192"/>
                    <a:pt x="11075" y="21192"/>
                  </a:cubicBezTo>
                  <a:cubicBezTo>
                    <a:pt x="11175" y="21192"/>
                    <a:pt x="11342" y="21125"/>
                    <a:pt x="11408" y="21059"/>
                  </a:cubicBezTo>
                  <a:cubicBezTo>
                    <a:pt x="11508" y="20858"/>
                    <a:pt x="11442" y="20625"/>
                    <a:pt x="11242" y="20491"/>
                  </a:cubicBezTo>
                  <a:cubicBezTo>
                    <a:pt x="11108" y="20425"/>
                    <a:pt x="10975" y="20358"/>
                    <a:pt x="10841" y="20291"/>
                  </a:cubicBezTo>
                  <a:cubicBezTo>
                    <a:pt x="10773" y="20246"/>
                    <a:pt x="10696" y="20223"/>
                    <a:pt x="10622" y="20223"/>
                  </a:cubicBezTo>
                  <a:close/>
                  <a:moveTo>
                    <a:pt x="3272" y="20623"/>
                  </a:moveTo>
                  <a:cubicBezTo>
                    <a:pt x="3173" y="20623"/>
                    <a:pt x="3075" y="20648"/>
                    <a:pt x="3002" y="20692"/>
                  </a:cubicBezTo>
                  <a:cubicBezTo>
                    <a:pt x="2902" y="20792"/>
                    <a:pt x="2802" y="20925"/>
                    <a:pt x="2669" y="20992"/>
                  </a:cubicBezTo>
                  <a:cubicBezTo>
                    <a:pt x="2469" y="21159"/>
                    <a:pt x="2469" y="21425"/>
                    <a:pt x="2635" y="21592"/>
                  </a:cubicBezTo>
                  <a:cubicBezTo>
                    <a:pt x="2735" y="21659"/>
                    <a:pt x="2802" y="21692"/>
                    <a:pt x="2936" y="21692"/>
                  </a:cubicBezTo>
                  <a:cubicBezTo>
                    <a:pt x="3002" y="21692"/>
                    <a:pt x="3136" y="21659"/>
                    <a:pt x="3269" y="21592"/>
                  </a:cubicBezTo>
                  <a:cubicBezTo>
                    <a:pt x="3336" y="21492"/>
                    <a:pt x="3469" y="21425"/>
                    <a:pt x="3569" y="21325"/>
                  </a:cubicBezTo>
                  <a:cubicBezTo>
                    <a:pt x="3703" y="21192"/>
                    <a:pt x="3703" y="20925"/>
                    <a:pt x="3603" y="20758"/>
                  </a:cubicBezTo>
                  <a:cubicBezTo>
                    <a:pt x="3528" y="20664"/>
                    <a:pt x="3399" y="20623"/>
                    <a:pt x="3272" y="20623"/>
                  </a:cubicBezTo>
                  <a:close/>
                  <a:moveTo>
                    <a:pt x="12458" y="21221"/>
                  </a:moveTo>
                  <a:cubicBezTo>
                    <a:pt x="12332" y="21221"/>
                    <a:pt x="12220" y="21289"/>
                    <a:pt x="12142" y="21425"/>
                  </a:cubicBezTo>
                  <a:cubicBezTo>
                    <a:pt x="11975" y="21626"/>
                    <a:pt x="12009" y="21859"/>
                    <a:pt x="12242" y="21993"/>
                  </a:cubicBezTo>
                  <a:cubicBezTo>
                    <a:pt x="12342" y="22093"/>
                    <a:pt x="12442" y="22159"/>
                    <a:pt x="12576" y="22259"/>
                  </a:cubicBezTo>
                  <a:cubicBezTo>
                    <a:pt x="12643" y="22293"/>
                    <a:pt x="12743" y="22326"/>
                    <a:pt x="12809" y="22326"/>
                  </a:cubicBezTo>
                  <a:cubicBezTo>
                    <a:pt x="12943" y="22326"/>
                    <a:pt x="13076" y="22293"/>
                    <a:pt x="13143" y="22159"/>
                  </a:cubicBezTo>
                  <a:cubicBezTo>
                    <a:pt x="13276" y="21993"/>
                    <a:pt x="13243" y="21692"/>
                    <a:pt x="13076" y="21592"/>
                  </a:cubicBezTo>
                  <a:cubicBezTo>
                    <a:pt x="12976" y="21492"/>
                    <a:pt x="12843" y="21425"/>
                    <a:pt x="12743" y="21325"/>
                  </a:cubicBezTo>
                  <a:cubicBezTo>
                    <a:pt x="12645" y="21256"/>
                    <a:pt x="12548" y="21221"/>
                    <a:pt x="12458" y="21221"/>
                  </a:cubicBezTo>
                  <a:close/>
                  <a:moveTo>
                    <a:pt x="9259" y="21786"/>
                  </a:moveTo>
                  <a:cubicBezTo>
                    <a:pt x="9231" y="21786"/>
                    <a:pt x="9202" y="21788"/>
                    <a:pt x="9173" y="21792"/>
                  </a:cubicBezTo>
                  <a:cubicBezTo>
                    <a:pt x="8940" y="21826"/>
                    <a:pt x="8806" y="22093"/>
                    <a:pt x="8840" y="22293"/>
                  </a:cubicBezTo>
                  <a:cubicBezTo>
                    <a:pt x="8907" y="22460"/>
                    <a:pt x="8907" y="22560"/>
                    <a:pt x="8940" y="22693"/>
                  </a:cubicBezTo>
                  <a:cubicBezTo>
                    <a:pt x="8973" y="22927"/>
                    <a:pt x="9140" y="23027"/>
                    <a:pt x="9340" y="23027"/>
                  </a:cubicBezTo>
                  <a:lnTo>
                    <a:pt x="9440" y="23027"/>
                  </a:lnTo>
                  <a:cubicBezTo>
                    <a:pt x="9674" y="22993"/>
                    <a:pt x="9807" y="22760"/>
                    <a:pt x="9774" y="22526"/>
                  </a:cubicBezTo>
                  <a:cubicBezTo>
                    <a:pt x="9740" y="22426"/>
                    <a:pt x="9740" y="22259"/>
                    <a:pt x="9674" y="22126"/>
                  </a:cubicBezTo>
                  <a:cubicBezTo>
                    <a:pt x="9644" y="21892"/>
                    <a:pt x="9461" y="21786"/>
                    <a:pt x="9259" y="21786"/>
                  </a:cubicBezTo>
                  <a:close/>
                  <a:moveTo>
                    <a:pt x="1873" y="22090"/>
                  </a:moveTo>
                  <a:cubicBezTo>
                    <a:pt x="1729" y="22090"/>
                    <a:pt x="1587" y="22163"/>
                    <a:pt x="1501" y="22293"/>
                  </a:cubicBezTo>
                  <a:lnTo>
                    <a:pt x="1268" y="22660"/>
                  </a:lnTo>
                  <a:cubicBezTo>
                    <a:pt x="1134" y="22860"/>
                    <a:pt x="1168" y="23127"/>
                    <a:pt x="1401" y="23260"/>
                  </a:cubicBezTo>
                  <a:cubicBezTo>
                    <a:pt x="1435" y="23293"/>
                    <a:pt x="1501" y="23293"/>
                    <a:pt x="1601" y="23293"/>
                  </a:cubicBezTo>
                  <a:cubicBezTo>
                    <a:pt x="1768" y="23293"/>
                    <a:pt x="1902" y="23260"/>
                    <a:pt x="2002" y="23093"/>
                  </a:cubicBezTo>
                  <a:cubicBezTo>
                    <a:pt x="2102" y="22960"/>
                    <a:pt x="2135" y="22860"/>
                    <a:pt x="2235" y="22726"/>
                  </a:cubicBezTo>
                  <a:cubicBezTo>
                    <a:pt x="2335" y="22526"/>
                    <a:pt x="2302" y="22293"/>
                    <a:pt x="2102" y="22159"/>
                  </a:cubicBezTo>
                  <a:cubicBezTo>
                    <a:pt x="2031" y="22112"/>
                    <a:pt x="1951" y="22090"/>
                    <a:pt x="1873" y="22090"/>
                  </a:cubicBezTo>
                  <a:close/>
                  <a:moveTo>
                    <a:pt x="14142" y="22517"/>
                  </a:moveTo>
                  <a:cubicBezTo>
                    <a:pt x="14024" y="22517"/>
                    <a:pt x="13902" y="22568"/>
                    <a:pt x="13810" y="22660"/>
                  </a:cubicBezTo>
                  <a:cubicBezTo>
                    <a:pt x="13643" y="22826"/>
                    <a:pt x="13677" y="23093"/>
                    <a:pt x="13843" y="23260"/>
                  </a:cubicBezTo>
                  <a:cubicBezTo>
                    <a:pt x="13943" y="23360"/>
                    <a:pt x="14044" y="23460"/>
                    <a:pt x="14144" y="23527"/>
                  </a:cubicBezTo>
                  <a:cubicBezTo>
                    <a:pt x="14244" y="23627"/>
                    <a:pt x="14344" y="23660"/>
                    <a:pt x="14444" y="23660"/>
                  </a:cubicBezTo>
                  <a:cubicBezTo>
                    <a:pt x="14511" y="23660"/>
                    <a:pt x="14644" y="23627"/>
                    <a:pt x="14777" y="23494"/>
                  </a:cubicBezTo>
                  <a:cubicBezTo>
                    <a:pt x="14911" y="23327"/>
                    <a:pt x="14911" y="23093"/>
                    <a:pt x="14744" y="22927"/>
                  </a:cubicBezTo>
                  <a:cubicBezTo>
                    <a:pt x="14611" y="22793"/>
                    <a:pt x="14511" y="22693"/>
                    <a:pt x="14410" y="22626"/>
                  </a:cubicBezTo>
                  <a:cubicBezTo>
                    <a:pt x="14335" y="22551"/>
                    <a:pt x="14240" y="22517"/>
                    <a:pt x="14142" y="22517"/>
                  </a:cubicBezTo>
                  <a:close/>
                  <a:moveTo>
                    <a:pt x="9658" y="23823"/>
                  </a:moveTo>
                  <a:cubicBezTo>
                    <a:pt x="9641" y="23823"/>
                    <a:pt x="9624" y="23824"/>
                    <a:pt x="9607" y="23827"/>
                  </a:cubicBezTo>
                  <a:cubicBezTo>
                    <a:pt x="9340" y="23861"/>
                    <a:pt x="9173" y="24094"/>
                    <a:pt x="9240" y="24294"/>
                  </a:cubicBezTo>
                  <a:cubicBezTo>
                    <a:pt x="9240" y="24461"/>
                    <a:pt x="9273" y="24594"/>
                    <a:pt x="9273" y="24694"/>
                  </a:cubicBezTo>
                  <a:cubicBezTo>
                    <a:pt x="9307" y="24928"/>
                    <a:pt x="9474" y="25095"/>
                    <a:pt x="9674" y="25095"/>
                  </a:cubicBezTo>
                  <a:cubicBezTo>
                    <a:pt x="9941" y="25028"/>
                    <a:pt x="10107" y="24828"/>
                    <a:pt x="10107" y="24628"/>
                  </a:cubicBezTo>
                  <a:cubicBezTo>
                    <a:pt x="10107" y="24494"/>
                    <a:pt x="10074" y="24328"/>
                    <a:pt x="10074" y="24194"/>
                  </a:cubicBezTo>
                  <a:cubicBezTo>
                    <a:pt x="10013" y="23981"/>
                    <a:pt x="9841" y="23823"/>
                    <a:pt x="9658" y="23823"/>
                  </a:cubicBezTo>
                  <a:close/>
                  <a:moveTo>
                    <a:pt x="15599" y="24002"/>
                  </a:moveTo>
                  <a:cubicBezTo>
                    <a:pt x="15495" y="24002"/>
                    <a:pt x="15394" y="24044"/>
                    <a:pt x="15311" y="24127"/>
                  </a:cubicBezTo>
                  <a:cubicBezTo>
                    <a:pt x="15144" y="24294"/>
                    <a:pt x="15144" y="24528"/>
                    <a:pt x="15311" y="24694"/>
                  </a:cubicBezTo>
                  <a:lnTo>
                    <a:pt x="15611" y="24995"/>
                  </a:lnTo>
                  <a:cubicBezTo>
                    <a:pt x="15678" y="25095"/>
                    <a:pt x="15778" y="25128"/>
                    <a:pt x="15912" y="25128"/>
                  </a:cubicBezTo>
                  <a:cubicBezTo>
                    <a:pt x="16012" y="25128"/>
                    <a:pt x="16112" y="25095"/>
                    <a:pt x="16178" y="24995"/>
                  </a:cubicBezTo>
                  <a:cubicBezTo>
                    <a:pt x="16345" y="24828"/>
                    <a:pt x="16345" y="24594"/>
                    <a:pt x="16178" y="24394"/>
                  </a:cubicBezTo>
                  <a:lnTo>
                    <a:pt x="15912" y="24127"/>
                  </a:lnTo>
                  <a:cubicBezTo>
                    <a:pt x="15811" y="24044"/>
                    <a:pt x="15703" y="24002"/>
                    <a:pt x="15599" y="24002"/>
                  </a:cubicBezTo>
                  <a:close/>
                  <a:moveTo>
                    <a:pt x="892" y="24010"/>
                  </a:moveTo>
                  <a:cubicBezTo>
                    <a:pt x="722" y="24010"/>
                    <a:pt x="550" y="24129"/>
                    <a:pt x="467" y="24294"/>
                  </a:cubicBezTo>
                  <a:cubicBezTo>
                    <a:pt x="434" y="24428"/>
                    <a:pt x="400" y="24594"/>
                    <a:pt x="334" y="24694"/>
                  </a:cubicBezTo>
                  <a:cubicBezTo>
                    <a:pt x="300" y="24928"/>
                    <a:pt x="434" y="25128"/>
                    <a:pt x="634" y="25195"/>
                  </a:cubicBezTo>
                  <a:lnTo>
                    <a:pt x="767" y="25195"/>
                  </a:lnTo>
                  <a:cubicBezTo>
                    <a:pt x="934" y="25195"/>
                    <a:pt x="1101" y="25095"/>
                    <a:pt x="1134" y="24961"/>
                  </a:cubicBezTo>
                  <a:lnTo>
                    <a:pt x="1268" y="24594"/>
                  </a:lnTo>
                  <a:cubicBezTo>
                    <a:pt x="1334" y="24361"/>
                    <a:pt x="1201" y="24127"/>
                    <a:pt x="1001" y="24027"/>
                  </a:cubicBezTo>
                  <a:cubicBezTo>
                    <a:pt x="965" y="24015"/>
                    <a:pt x="929" y="24010"/>
                    <a:pt x="892" y="24010"/>
                  </a:cubicBezTo>
                  <a:close/>
                  <a:moveTo>
                    <a:pt x="17010" y="25519"/>
                  </a:moveTo>
                  <a:cubicBezTo>
                    <a:pt x="16916" y="25519"/>
                    <a:pt x="16821" y="25553"/>
                    <a:pt x="16745" y="25628"/>
                  </a:cubicBezTo>
                  <a:cubicBezTo>
                    <a:pt x="16579" y="25762"/>
                    <a:pt x="16512" y="26029"/>
                    <a:pt x="16679" y="26196"/>
                  </a:cubicBezTo>
                  <a:cubicBezTo>
                    <a:pt x="16779" y="26329"/>
                    <a:pt x="16846" y="26429"/>
                    <a:pt x="16946" y="26529"/>
                  </a:cubicBezTo>
                  <a:cubicBezTo>
                    <a:pt x="17012" y="26663"/>
                    <a:pt x="17146" y="26696"/>
                    <a:pt x="17279" y="26696"/>
                  </a:cubicBezTo>
                  <a:cubicBezTo>
                    <a:pt x="17413" y="26696"/>
                    <a:pt x="17479" y="26663"/>
                    <a:pt x="17579" y="26596"/>
                  </a:cubicBezTo>
                  <a:cubicBezTo>
                    <a:pt x="17746" y="26462"/>
                    <a:pt x="17780" y="26162"/>
                    <a:pt x="17613" y="25995"/>
                  </a:cubicBezTo>
                  <a:cubicBezTo>
                    <a:pt x="17479" y="25862"/>
                    <a:pt x="17413" y="25795"/>
                    <a:pt x="17313" y="25662"/>
                  </a:cubicBezTo>
                  <a:cubicBezTo>
                    <a:pt x="17239" y="25570"/>
                    <a:pt x="17126" y="25519"/>
                    <a:pt x="17010" y="25519"/>
                  </a:cubicBezTo>
                  <a:close/>
                  <a:moveTo>
                    <a:pt x="9707" y="25958"/>
                  </a:moveTo>
                  <a:cubicBezTo>
                    <a:pt x="9474" y="25958"/>
                    <a:pt x="9307" y="26115"/>
                    <a:pt x="9307" y="26329"/>
                  </a:cubicBezTo>
                  <a:cubicBezTo>
                    <a:pt x="9307" y="26462"/>
                    <a:pt x="9273" y="26596"/>
                    <a:pt x="9273" y="26696"/>
                  </a:cubicBezTo>
                  <a:cubicBezTo>
                    <a:pt x="9207" y="26929"/>
                    <a:pt x="9407" y="27130"/>
                    <a:pt x="9607" y="27163"/>
                  </a:cubicBezTo>
                  <a:lnTo>
                    <a:pt x="9640" y="27163"/>
                  </a:lnTo>
                  <a:cubicBezTo>
                    <a:pt x="9841" y="27163"/>
                    <a:pt x="10007" y="26996"/>
                    <a:pt x="10107" y="26863"/>
                  </a:cubicBezTo>
                  <a:cubicBezTo>
                    <a:pt x="10107" y="26696"/>
                    <a:pt x="10141" y="26596"/>
                    <a:pt x="10141" y="26429"/>
                  </a:cubicBezTo>
                  <a:cubicBezTo>
                    <a:pt x="10174" y="26162"/>
                    <a:pt x="10007" y="25962"/>
                    <a:pt x="9774" y="25962"/>
                  </a:cubicBezTo>
                  <a:cubicBezTo>
                    <a:pt x="9751" y="25959"/>
                    <a:pt x="9729" y="25958"/>
                    <a:pt x="9707" y="25958"/>
                  </a:cubicBezTo>
                  <a:close/>
                  <a:moveTo>
                    <a:pt x="501" y="25995"/>
                  </a:moveTo>
                  <a:cubicBezTo>
                    <a:pt x="267" y="25995"/>
                    <a:pt x="100" y="26162"/>
                    <a:pt x="67" y="26362"/>
                  </a:cubicBezTo>
                  <a:cubicBezTo>
                    <a:pt x="0" y="26529"/>
                    <a:pt x="0" y="26663"/>
                    <a:pt x="0" y="26829"/>
                  </a:cubicBezTo>
                  <a:cubicBezTo>
                    <a:pt x="0" y="27029"/>
                    <a:pt x="167" y="27263"/>
                    <a:pt x="434" y="27263"/>
                  </a:cubicBezTo>
                  <a:cubicBezTo>
                    <a:pt x="634" y="27263"/>
                    <a:pt x="801" y="27096"/>
                    <a:pt x="834" y="26829"/>
                  </a:cubicBezTo>
                  <a:cubicBezTo>
                    <a:pt x="834" y="26696"/>
                    <a:pt x="901" y="26596"/>
                    <a:pt x="901" y="26462"/>
                  </a:cubicBezTo>
                  <a:cubicBezTo>
                    <a:pt x="934" y="26196"/>
                    <a:pt x="734" y="26029"/>
                    <a:pt x="501" y="25995"/>
                  </a:cubicBezTo>
                  <a:close/>
                  <a:moveTo>
                    <a:pt x="18324" y="27181"/>
                  </a:moveTo>
                  <a:cubicBezTo>
                    <a:pt x="18236" y="27181"/>
                    <a:pt x="18149" y="27207"/>
                    <a:pt x="18080" y="27263"/>
                  </a:cubicBezTo>
                  <a:cubicBezTo>
                    <a:pt x="17913" y="27363"/>
                    <a:pt x="17846" y="27663"/>
                    <a:pt x="17980" y="27830"/>
                  </a:cubicBezTo>
                  <a:cubicBezTo>
                    <a:pt x="18080" y="27963"/>
                    <a:pt x="18146" y="28030"/>
                    <a:pt x="18247" y="28164"/>
                  </a:cubicBezTo>
                  <a:cubicBezTo>
                    <a:pt x="18313" y="28297"/>
                    <a:pt x="18447" y="28330"/>
                    <a:pt x="18580" y="28330"/>
                  </a:cubicBezTo>
                  <a:cubicBezTo>
                    <a:pt x="18647" y="28330"/>
                    <a:pt x="18747" y="28330"/>
                    <a:pt x="18814" y="28264"/>
                  </a:cubicBezTo>
                  <a:cubicBezTo>
                    <a:pt x="18980" y="28130"/>
                    <a:pt x="19014" y="27830"/>
                    <a:pt x="18914" y="27663"/>
                  </a:cubicBezTo>
                  <a:cubicBezTo>
                    <a:pt x="18814" y="27563"/>
                    <a:pt x="18747" y="27463"/>
                    <a:pt x="18647" y="27330"/>
                  </a:cubicBezTo>
                  <a:cubicBezTo>
                    <a:pt x="18569" y="27233"/>
                    <a:pt x="18446" y="27181"/>
                    <a:pt x="18324" y="27181"/>
                  </a:cubicBezTo>
                  <a:close/>
                  <a:moveTo>
                    <a:pt x="9128" y="27862"/>
                  </a:moveTo>
                  <a:cubicBezTo>
                    <a:pt x="8992" y="27862"/>
                    <a:pt x="8861" y="27944"/>
                    <a:pt x="8773" y="28097"/>
                  </a:cubicBezTo>
                  <a:cubicBezTo>
                    <a:pt x="8673" y="28197"/>
                    <a:pt x="8640" y="28330"/>
                    <a:pt x="8573" y="28430"/>
                  </a:cubicBezTo>
                  <a:cubicBezTo>
                    <a:pt x="8406" y="28631"/>
                    <a:pt x="8440" y="28864"/>
                    <a:pt x="8640" y="28998"/>
                  </a:cubicBezTo>
                  <a:cubicBezTo>
                    <a:pt x="8706" y="29031"/>
                    <a:pt x="8806" y="29098"/>
                    <a:pt x="8907" y="29098"/>
                  </a:cubicBezTo>
                  <a:cubicBezTo>
                    <a:pt x="9007" y="29098"/>
                    <a:pt x="9173" y="29031"/>
                    <a:pt x="9273" y="28864"/>
                  </a:cubicBezTo>
                  <a:lnTo>
                    <a:pt x="9507" y="28497"/>
                  </a:lnTo>
                  <a:cubicBezTo>
                    <a:pt x="9640" y="28297"/>
                    <a:pt x="9574" y="28030"/>
                    <a:pt x="9340" y="27930"/>
                  </a:cubicBezTo>
                  <a:cubicBezTo>
                    <a:pt x="9271" y="27884"/>
                    <a:pt x="9199" y="27862"/>
                    <a:pt x="9128" y="27862"/>
                  </a:cubicBezTo>
                  <a:close/>
                  <a:moveTo>
                    <a:pt x="578" y="28080"/>
                  </a:moveTo>
                  <a:cubicBezTo>
                    <a:pt x="540" y="28080"/>
                    <a:pt x="503" y="28085"/>
                    <a:pt x="467" y="28097"/>
                  </a:cubicBezTo>
                  <a:cubicBezTo>
                    <a:pt x="267" y="28130"/>
                    <a:pt x="134" y="28364"/>
                    <a:pt x="167" y="28597"/>
                  </a:cubicBezTo>
                  <a:cubicBezTo>
                    <a:pt x="234" y="28764"/>
                    <a:pt x="267" y="28931"/>
                    <a:pt x="300" y="29031"/>
                  </a:cubicBezTo>
                  <a:cubicBezTo>
                    <a:pt x="334" y="29198"/>
                    <a:pt x="501" y="29331"/>
                    <a:pt x="667" y="29331"/>
                  </a:cubicBezTo>
                  <a:cubicBezTo>
                    <a:pt x="734" y="29331"/>
                    <a:pt x="767" y="29298"/>
                    <a:pt x="801" y="29298"/>
                  </a:cubicBezTo>
                  <a:cubicBezTo>
                    <a:pt x="1001" y="29198"/>
                    <a:pt x="1134" y="28964"/>
                    <a:pt x="1068" y="28764"/>
                  </a:cubicBezTo>
                  <a:cubicBezTo>
                    <a:pt x="1068" y="28631"/>
                    <a:pt x="1001" y="28497"/>
                    <a:pt x="968" y="28364"/>
                  </a:cubicBezTo>
                  <a:cubicBezTo>
                    <a:pt x="940" y="28199"/>
                    <a:pt x="755" y="28080"/>
                    <a:pt x="578" y="28080"/>
                  </a:cubicBezTo>
                  <a:close/>
                  <a:moveTo>
                    <a:pt x="19563" y="28886"/>
                  </a:moveTo>
                  <a:cubicBezTo>
                    <a:pt x="19478" y="28886"/>
                    <a:pt x="19391" y="28913"/>
                    <a:pt x="19314" y="28964"/>
                  </a:cubicBezTo>
                  <a:cubicBezTo>
                    <a:pt x="19114" y="29098"/>
                    <a:pt x="19080" y="29331"/>
                    <a:pt x="19181" y="29531"/>
                  </a:cubicBezTo>
                  <a:cubicBezTo>
                    <a:pt x="19247" y="29631"/>
                    <a:pt x="19314" y="29765"/>
                    <a:pt x="19414" y="29865"/>
                  </a:cubicBezTo>
                  <a:cubicBezTo>
                    <a:pt x="19447" y="29998"/>
                    <a:pt x="19614" y="30098"/>
                    <a:pt x="19748" y="30098"/>
                  </a:cubicBezTo>
                  <a:cubicBezTo>
                    <a:pt x="19781" y="30098"/>
                    <a:pt x="19848" y="30098"/>
                    <a:pt x="19981" y="30032"/>
                  </a:cubicBezTo>
                  <a:cubicBezTo>
                    <a:pt x="20148" y="29932"/>
                    <a:pt x="20248" y="29665"/>
                    <a:pt x="20115" y="29465"/>
                  </a:cubicBezTo>
                  <a:cubicBezTo>
                    <a:pt x="20081" y="29331"/>
                    <a:pt x="19981" y="29198"/>
                    <a:pt x="19914" y="29098"/>
                  </a:cubicBezTo>
                  <a:cubicBezTo>
                    <a:pt x="19832" y="28954"/>
                    <a:pt x="19700" y="28886"/>
                    <a:pt x="19563" y="28886"/>
                  </a:cubicBezTo>
                  <a:close/>
                  <a:moveTo>
                    <a:pt x="7722" y="29386"/>
                  </a:moveTo>
                  <a:cubicBezTo>
                    <a:pt x="7636" y="29386"/>
                    <a:pt x="7549" y="29413"/>
                    <a:pt x="7472" y="29465"/>
                  </a:cubicBezTo>
                  <a:cubicBezTo>
                    <a:pt x="7339" y="29531"/>
                    <a:pt x="7272" y="29598"/>
                    <a:pt x="7139" y="29665"/>
                  </a:cubicBezTo>
                  <a:cubicBezTo>
                    <a:pt x="6938" y="29798"/>
                    <a:pt x="6838" y="30032"/>
                    <a:pt x="6972" y="30265"/>
                  </a:cubicBezTo>
                  <a:cubicBezTo>
                    <a:pt x="7039" y="30365"/>
                    <a:pt x="7239" y="30465"/>
                    <a:pt x="7339" y="30465"/>
                  </a:cubicBezTo>
                  <a:cubicBezTo>
                    <a:pt x="7439" y="30465"/>
                    <a:pt x="7506" y="30465"/>
                    <a:pt x="7539" y="30432"/>
                  </a:cubicBezTo>
                  <a:lnTo>
                    <a:pt x="7939" y="30165"/>
                  </a:lnTo>
                  <a:cubicBezTo>
                    <a:pt x="8139" y="30032"/>
                    <a:pt x="8173" y="29798"/>
                    <a:pt x="8073" y="29598"/>
                  </a:cubicBezTo>
                  <a:cubicBezTo>
                    <a:pt x="7991" y="29454"/>
                    <a:pt x="7858" y="29386"/>
                    <a:pt x="7722" y="29386"/>
                  </a:cubicBezTo>
                  <a:close/>
                  <a:moveTo>
                    <a:pt x="1518" y="29907"/>
                  </a:moveTo>
                  <a:cubicBezTo>
                    <a:pt x="1418" y="29907"/>
                    <a:pt x="1318" y="29948"/>
                    <a:pt x="1234" y="30032"/>
                  </a:cubicBezTo>
                  <a:cubicBezTo>
                    <a:pt x="1068" y="30198"/>
                    <a:pt x="1068" y="30465"/>
                    <a:pt x="1234" y="30632"/>
                  </a:cubicBezTo>
                  <a:cubicBezTo>
                    <a:pt x="1334" y="30699"/>
                    <a:pt x="1468" y="30832"/>
                    <a:pt x="1601" y="30932"/>
                  </a:cubicBezTo>
                  <a:cubicBezTo>
                    <a:pt x="1668" y="30966"/>
                    <a:pt x="1768" y="30999"/>
                    <a:pt x="1835" y="30999"/>
                  </a:cubicBezTo>
                  <a:cubicBezTo>
                    <a:pt x="1968" y="30999"/>
                    <a:pt x="2102" y="30966"/>
                    <a:pt x="2168" y="30866"/>
                  </a:cubicBezTo>
                  <a:cubicBezTo>
                    <a:pt x="2302" y="30699"/>
                    <a:pt x="2268" y="30432"/>
                    <a:pt x="2102" y="30298"/>
                  </a:cubicBezTo>
                  <a:cubicBezTo>
                    <a:pt x="1968" y="30198"/>
                    <a:pt x="1902" y="30132"/>
                    <a:pt x="1801" y="30032"/>
                  </a:cubicBezTo>
                  <a:cubicBezTo>
                    <a:pt x="1718" y="29948"/>
                    <a:pt x="1618" y="29907"/>
                    <a:pt x="1518" y="29907"/>
                  </a:cubicBezTo>
                  <a:close/>
                  <a:moveTo>
                    <a:pt x="5813" y="30312"/>
                  </a:moveTo>
                  <a:cubicBezTo>
                    <a:pt x="5766" y="30312"/>
                    <a:pt x="5719" y="30318"/>
                    <a:pt x="5671" y="30332"/>
                  </a:cubicBezTo>
                  <a:lnTo>
                    <a:pt x="5304" y="30465"/>
                  </a:lnTo>
                  <a:cubicBezTo>
                    <a:pt x="5037" y="30532"/>
                    <a:pt x="4937" y="30799"/>
                    <a:pt x="5004" y="30999"/>
                  </a:cubicBezTo>
                  <a:cubicBezTo>
                    <a:pt x="5104" y="31166"/>
                    <a:pt x="5271" y="31299"/>
                    <a:pt x="5437" y="31299"/>
                  </a:cubicBezTo>
                  <a:cubicBezTo>
                    <a:pt x="5471" y="31299"/>
                    <a:pt x="5504" y="31299"/>
                    <a:pt x="5571" y="31266"/>
                  </a:cubicBezTo>
                  <a:cubicBezTo>
                    <a:pt x="5671" y="31199"/>
                    <a:pt x="5838" y="31166"/>
                    <a:pt x="5971" y="31132"/>
                  </a:cubicBezTo>
                  <a:cubicBezTo>
                    <a:pt x="6171" y="31032"/>
                    <a:pt x="6305" y="30799"/>
                    <a:pt x="6238" y="30599"/>
                  </a:cubicBezTo>
                  <a:cubicBezTo>
                    <a:pt x="6158" y="30413"/>
                    <a:pt x="5994" y="30312"/>
                    <a:pt x="5813" y="30312"/>
                  </a:cubicBezTo>
                  <a:close/>
                  <a:moveTo>
                    <a:pt x="3377" y="30754"/>
                  </a:moveTo>
                  <a:cubicBezTo>
                    <a:pt x="3158" y="30754"/>
                    <a:pt x="3002" y="30956"/>
                    <a:pt x="3002" y="31132"/>
                  </a:cubicBezTo>
                  <a:cubicBezTo>
                    <a:pt x="2969" y="31366"/>
                    <a:pt x="3169" y="31599"/>
                    <a:pt x="3369" y="31599"/>
                  </a:cubicBezTo>
                  <a:lnTo>
                    <a:pt x="3836" y="31599"/>
                  </a:lnTo>
                  <a:cubicBezTo>
                    <a:pt x="4103" y="31599"/>
                    <a:pt x="4270" y="31433"/>
                    <a:pt x="4270" y="31166"/>
                  </a:cubicBezTo>
                  <a:cubicBezTo>
                    <a:pt x="4270" y="30932"/>
                    <a:pt x="4036" y="30765"/>
                    <a:pt x="3836" y="30765"/>
                  </a:cubicBezTo>
                  <a:lnTo>
                    <a:pt x="3469" y="30765"/>
                  </a:lnTo>
                  <a:cubicBezTo>
                    <a:pt x="3438" y="30758"/>
                    <a:pt x="3407" y="30754"/>
                    <a:pt x="3377" y="30754"/>
                  </a:cubicBezTo>
                  <a:close/>
                  <a:moveTo>
                    <a:pt x="20562" y="30653"/>
                  </a:moveTo>
                  <a:cubicBezTo>
                    <a:pt x="20493" y="30653"/>
                    <a:pt x="20420" y="30668"/>
                    <a:pt x="20348" y="30699"/>
                  </a:cubicBezTo>
                  <a:cubicBezTo>
                    <a:pt x="20148" y="30832"/>
                    <a:pt x="20081" y="31099"/>
                    <a:pt x="20181" y="31299"/>
                  </a:cubicBezTo>
                  <a:cubicBezTo>
                    <a:pt x="20281" y="31433"/>
                    <a:pt x="20315" y="31533"/>
                    <a:pt x="20415" y="31666"/>
                  </a:cubicBezTo>
                  <a:cubicBezTo>
                    <a:pt x="20481" y="31800"/>
                    <a:pt x="20615" y="31866"/>
                    <a:pt x="20782" y="31866"/>
                  </a:cubicBezTo>
                  <a:cubicBezTo>
                    <a:pt x="20815" y="31866"/>
                    <a:pt x="20915" y="31866"/>
                    <a:pt x="20982" y="31833"/>
                  </a:cubicBezTo>
                  <a:cubicBezTo>
                    <a:pt x="21182" y="31699"/>
                    <a:pt x="21282" y="31466"/>
                    <a:pt x="21149" y="31266"/>
                  </a:cubicBezTo>
                  <a:cubicBezTo>
                    <a:pt x="21082" y="31132"/>
                    <a:pt x="21015" y="30999"/>
                    <a:pt x="20948" y="30866"/>
                  </a:cubicBezTo>
                  <a:cubicBezTo>
                    <a:pt x="20856" y="30727"/>
                    <a:pt x="20717" y="30653"/>
                    <a:pt x="20562" y="30653"/>
                  </a:cubicBezTo>
                  <a:close/>
                  <a:moveTo>
                    <a:pt x="21567" y="32561"/>
                  </a:moveTo>
                  <a:cubicBezTo>
                    <a:pt x="21507" y="32561"/>
                    <a:pt x="21445" y="32573"/>
                    <a:pt x="21382" y="32600"/>
                  </a:cubicBezTo>
                  <a:cubicBezTo>
                    <a:pt x="21182" y="32667"/>
                    <a:pt x="21115" y="32934"/>
                    <a:pt x="21182" y="33134"/>
                  </a:cubicBezTo>
                  <a:lnTo>
                    <a:pt x="21349" y="33501"/>
                  </a:lnTo>
                  <a:cubicBezTo>
                    <a:pt x="21449" y="33668"/>
                    <a:pt x="21549" y="33768"/>
                    <a:pt x="21749" y="33768"/>
                  </a:cubicBezTo>
                  <a:cubicBezTo>
                    <a:pt x="21782" y="33768"/>
                    <a:pt x="21849" y="33768"/>
                    <a:pt x="21882" y="33701"/>
                  </a:cubicBezTo>
                  <a:cubicBezTo>
                    <a:pt x="22116" y="33634"/>
                    <a:pt x="22183" y="33367"/>
                    <a:pt x="22116" y="33167"/>
                  </a:cubicBezTo>
                  <a:lnTo>
                    <a:pt x="21949" y="32800"/>
                  </a:lnTo>
                  <a:cubicBezTo>
                    <a:pt x="21876" y="32654"/>
                    <a:pt x="21731" y="32561"/>
                    <a:pt x="21567" y="32561"/>
                  </a:cubicBezTo>
                  <a:close/>
                  <a:moveTo>
                    <a:pt x="22389" y="34476"/>
                  </a:moveTo>
                  <a:cubicBezTo>
                    <a:pt x="22333" y="34476"/>
                    <a:pt x="22274" y="34485"/>
                    <a:pt x="22216" y="34501"/>
                  </a:cubicBezTo>
                  <a:cubicBezTo>
                    <a:pt x="22016" y="34602"/>
                    <a:pt x="21949" y="34835"/>
                    <a:pt x="22016" y="35035"/>
                  </a:cubicBezTo>
                  <a:lnTo>
                    <a:pt x="22183" y="35435"/>
                  </a:lnTo>
                  <a:cubicBezTo>
                    <a:pt x="22249" y="35602"/>
                    <a:pt x="22383" y="35669"/>
                    <a:pt x="22583" y="35669"/>
                  </a:cubicBezTo>
                  <a:cubicBezTo>
                    <a:pt x="22650" y="35669"/>
                    <a:pt x="22683" y="35636"/>
                    <a:pt x="22716" y="35636"/>
                  </a:cubicBezTo>
                  <a:cubicBezTo>
                    <a:pt x="22950" y="35536"/>
                    <a:pt x="23017" y="35302"/>
                    <a:pt x="22950" y="35102"/>
                  </a:cubicBezTo>
                  <a:lnTo>
                    <a:pt x="22783" y="34702"/>
                  </a:lnTo>
                  <a:cubicBezTo>
                    <a:pt x="22708" y="34552"/>
                    <a:pt x="22558" y="34476"/>
                    <a:pt x="22389" y="34476"/>
                  </a:cubicBezTo>
                  <a:close/>
                  <a:moveTo>
                    <a:pt x="23212" y="36402"/>
                  </a:moveTo>
                  <a:cubicBezTo>
                    <a:pt x="23159" y="36402"/>
                    <a:pt x="23105" y="36413"/>
                    <a:pt x="23050" y="36436"/>
                  </a:cubicBezTo>
                  <a:cubicBezTo>
                    <a:pt x="22850" y="36503"/>
                    <a:pt x="22716" y="36770"/>
                    <a:pt x="22816" y="36970"/>
                  </a:cubicBezTo>
                  <a:lnTo>
                    <a:pt x="22983" y="37337"/>
                  </a:lnTo>
                  <a:cubicBezTo>
                    <a:pt x="23017" y="37504"/>
                    <a:pt x="23183" y="37604"/>
                    <a:pt x="23350" y="37604"/>
                  </a:cubicBezTo>
                  <a:lnTo>
                    <a:pt x="23517" y="37604"/>
                  </a:lnTo>
                  <a:cubicBezTo>
                    <a:pt x="23750" y="37504"/>
                    <a:pt x="23851" y="37270"/>
                    <a:pt x="23784" y="37037"/>
                  </a:cubicBezTo>
                  <a:lnTo>
                    <a:pt x="23617" y="36670"/>
                  </a:lnTo>
                  <a:cubicBezTo>
                    <a:pt x="23540" y="36516"/>
                    <a:pt x="23385" y="36402"/>
                    <a:pt x="23212" y="36402"/>
                  </a:cubicBezTo>
                  <a:close/>
                  <a:moveTo>
                    <a:pt x="23949" y="38317"/>
                  </a:moveTo>
                  <a:cubicBezTo>
                    <a:pt x="23904" y="38317"/>
                    <a:pt x="23859" y="38324"/>
                    <a:pt x="23817" y="38338"/>
                  </a:cubicBezTo>
                  <a:cubicBezTo>
                    <a:pt x="23617" y="38438"/>
                    <a:pt x="23484" y="38671"/>
                    <a:pt x="23584" y="38871"/>
                  </a:cubicBezTo>
                  <a:lnTo>
                    <a:pt x="23684" y="39272"/>
                  </a:lnTo>
                  <a:cubicBezTo>
                    <a:pt x="23750" y="39405"/>
                    <a:pt x="23917" y="39538"/>
                    <a:pt x="24084" y="39538"/>
                  </a:cubicBezTo>
                  <a:lnTo>
                    <a:pt x="24251" y="39538"/>
                  </a:lnTo>
                  <a:cubicBezTo>
                    <a:pt x="24451" y="39472"/>
                    <a:pt x="24584" y="39205"/>
                    <a:pt x="24484" y="39005"/>
                  </a:cubicBezTo>
                  <a:lnTo>
                    <a:pt x="24351" y="38571"/>
                  </a:lnTo>
                  <a:cubicBezTo>
                    <a:pt x="24298" y="38413"/>
                    <a:pt x="24120" y="38317"/>
                    <a:pt x="23949" y="38317"/>
                  </a:cubicBezTo>
                  <a:close/>
                  <a:moveTo>
                    <a:pt x="24595" y="40238"/>
                  </a:moveTo>
                  <a:cubicBezTo>
                    <a:pt x="24546" y="40238"/>
                    <a:pt x="24498" y="40249"/>
                    <a:pt x="24451" y="40272"/>
                  </a:cubicBezTo>
                  <a:cubicBezTo>
                    <a:pt x="24251" y="40339"/>
                    <a:pt x="24117" y="40606"/>
                    <a:pt x="24184" y="40806"/>
                  </a:cubicBezTo>
                  <a:lnTo>
                    <a:pt x="24318" y="41206"/>
                  </a:lnTo>
                  <a:cubicBezTo>
                    <a:pt x="24418" y="41373"/>
                    <a:pt x="24584" y="41506"/>
                    <a:pt x="24751" y="41506"/>
                  </a:cubicBezTo>
                  <a:cubicBezTo>
                    <a:pt x="24785" y="41506"/>
                    <a:pt x="24818" y="41506"/>
                    <a:pt x="24851" y="41473"/>
                  </a:cubicBezTo>
                  <a:cubicBezTo>
                    <a:pt x="25085" y="41373"/>
                    <a:pt x="25185" y="41140"/>
                    <a:pt x="25118" y="40939"/>
                  </a:cubicBezTo>
                  <a:lnTo>
                    <a:pt x="24985" y="40506"/>
                  </a:lnTo>
                  <a:cubicBezTo>
                    <a:pt x="24908" y="40352"/>
                    <a:pt x="24753" y="40238"/>
                    <a:pt x="24595" y="40238"/>
                  </a:cubicBezTo>
                  <a:close/>
                  <a:moveTo>
                    <a:pt x="25296" y="42240"/>
                  </a:moveTo>
                  <a:cubicBezTo>
                    <a:pt x="25247" y="42240"/>
                    <a:pt x="25197" y="42251"/>
                    <a:pt x="25151" y="42274"/>
                  </a:cubicBezTo>
                  <a:cubicBezTo>
                    <a:pt x="24918" y="42340"/>
                    <a:pt x="24785" y="42607"/>
                    <a:pt x="24851" y="42807"/>
                  </a:cubicBezTo>
                  <a:lnTo>
                    <a:pt x="24985" y="43208"/>
                  </a:lnTo>
                  <a:cubicBezTo>
                    <a:pt x="25085" y="43374"/>
                    <a:pt x="25252" y="43508"/>
                    <a:pt x="25418" y="43508"/>
                  </a:cubicBezTo>
                  <a:lnTo>
                    <a:pt x="25518" y="43508"/>
                  </a:lnTo>
                  <a:cubicBezTo>
                    <a:pt x="25785" y="43408"/>
                    <a:pt x="25919" y="43174"/>
                    <a:pt x="25819" y="42974"/>
                  </a:cubicBezTo>
                  <a:lnTo>
                    <a:pt x="25685" y="42541"/>
                  </a:lnTo>
                  <a:cubicBezTo>
                    <a:pt x="25634" y="42361"/>
                    <a:pt x="25463" y="42240"/>
                    <a:pt x="25296" y="42240"/>
                  </a:cubicBezTo>
                  <a:close/>
                  <a:moveTo>
                    <a:pt x="25890" y="44275"/>
                  </a:moveTo>
                  <a:cubicBezTo>
                    <a:pt x="25844" y="44275"/>
                    <a:pt x="25797" y="44286"/>
                    <a:pt x="25752" y="44308"/>
                  </a:cubicBezTo>
                  <a:cubicBezTo>
                    <a:pt x="25485" y="44342"/>
                    <a:pt x="25352" y="44609"/>
                    <a:pt x="25452" y="44809"/>
                  </a:cubicBezTo>
                  <a:lnTo>
                    <a:pt x="25585" y="45209"/>
                  </a:lnTo>
                  <a:cubicBezTo>
                    <a:pt x="25652" y="45376"/>
                    <a:pt x="25819" y="45509"/>
                    <a:pt x="25985" y="45509"/>
                  </a:cubicBezTo>
                  <a:lnTo>
                    <a:pt x="26085" y="45509"/>
                  </a:lnTo>
                  <a:cubicBezTo>
                    <a:pt x="26319" y="45476"/>
                    <a:pt x="26452" y="45209"/>
                    <a:pt x="26352" y="45009"/>
                  </a:cubicBezTo>
                  <a:lnTo>
                    <a:pt x="26252" y="44609"/>
                  </a:lnTo>
                  <a:cubicBezTo>
                    <a:pt x="26201" y="44402"/>
                    <a:pt x="26049" y="44275"/>
                    <a:pt x="25890" y="44275"/>
                  </a:cubicBezTo>
                  <a:close/>
                  <a:moveTo>
                    <a:pt x="26461" y="46277"/>
                  </a:moveTo>
                  <a:cubicBezTo>
                    <a:pt x="26412" y="46277"/>
                    <a:pt x="26364" y="46287"/>
                    <a:pt x="26319" y="46310"/>
                  </a:cubicBezTo>
                  <a:cubicBezTo>
                    <a:pt x="26085" y="46343"/>
                    <a:pt x="25952" y="46610"/>
                    <a:pt x="26019" y="46810"/>
                  </a:cubicBezTo>
                  <a:lnTo>
                    <a:pt x="26152" y="47211"/>
                  </a:lnTo>
                  <a:cubicBezTo>
                    <a:pt x="26252" y="47377"/>
                    <a:pt x="26419" y="47511"/>
                    <a:pt x="26586" y="47511"/>
                  </a:cubicBezTo>
                  <a:lnTo>
                    <a:pt x="26653" y="47511"/>
                  </a:lnTo>
                  <a:cubicBezTo>
                    <a:pt x="26919" y="47477"/>
                    <a:pt x="27019" y="47211"/>
                    <a:pt x="26953" y="47010"/>
                  </a:cubicBezTo>
                  <a:lnTo>
                    <a:pt x="26819" y="46610"/>
                  </a:lnTo>
                  <a:cubicBezTo>
                    <a:pt x="26793" y="46403"/>
                    <a:pt x="26627" y="46277"/>
                    <a:pt x="26461" y="46277"/>
                  </a:cubicBezTo>
                  <a:close/>
                  <a:moveTo>
                    <a:pt x="27095" y="48278"/>
                  </a:moveTo>
                  <a:cubicBezTo>
                    <a:pt x="27046" y="48278"/>
                    <a:pt x="26998" y="48289"/>
                    <a:pt x="26953" y="48311"/>
                  </a:cubicBezTo>
                  <a:cubicBezTo>
                    <a:pt x="26686" y="48345"/>
                    <a:pt x="26586" y="48612"/>
                    <a:pt x="26653" y="48812"/>
                  </a:cubicBezTo>
                  <a:lnTo>
                    <a:pt x="26786" y="49212"/>
                  </a:lnTo>
                  <a:cubicBezTo>
                    <a:pt x="26853" y="49379"/>
                    <a:pt x="27019" y="49512"/>
                    <a:pt x="27186" y="49512"/>
                  </a:cubicBezTo>
                  <a:lnTo>
                    <a:pt x="27286" y="49512"/>
                  </a:lnTo>
                  <a:cubicBezTo>
                    <a:pt x="27520" y="49479"/>
                    <a:pt x="27653" y="49212"/>
                    <a:pt x="27587" y="49012"/>
                  </a:cubicBezTo>
                  <a:lnTo>
                    <a:pt x="27453" y="48612"/>
                  </a:lnTo>
                  <a:cubicBezTo>
                    <a:pt x="27427" y="48405"/>
                    <a:pt x="27261" y="48278"/>
                    <a:pt x="27095" y="48278"/>
                  </a:cubicBezTo>
                  <a:close/>
                  <a:moveTo>
                    <a:pt x="27693" y="50229"/>
                  </a:moveTo>
                  <a:cubicBezTo>
                    <a:pt x="27657" y="50229"/>
                    <a:pt x="27621" y="50234"/>
                    <a:pt x="27587" y="50246"/>
                  </a:cubicBezTo>
                  <a:cubicBezTo>
                    <a:pt x="27320" y="50346"/>
                    <a:pt x="27186" y="50613"/>
                    <a:pt x="27286" y="50813"/>
                  </a:cubicBezTo>
                  <a:lnTo>
                    <a:pt x="27420" y="51213"/>
                  </a:lnTo>
                  <a:cubicBezTo>
                    <a:pt x="27486" y="51380"/>
                    <a:pt x="27653" y="51514"/>
                    <a:pt x="27820" y="51514"/>
                  </a:cubicBezTo>
                  <a:lnTo>
                    <a:pt x="27987" y="51514"/>
                  </a:lnTo>
                  <a:cubicBezTo>
                    <a:pt x="28187" y="51447"/>
                    <a:pt x="28320" y="51180"/>
                    <a:pt x="28254" y="50980"/>
                  </a:cubicBezTo>
                  <a:lnTo>
                    <a:pt x="28120" y="50546"/>
                  </a:lnTo>
                  <a:cubicBezTo>
                    <a:pt x="28038" y="50353"/>
                    <a:pt x="27864" y="50229"/>
                    <a:pt x="27693" y="50229"/>
                  </a:cubicBezTo>
                  <a:close/>
                  <a:moveTo>
                    <a:pt x="28349" y="52247"/>
                  </a:moveTo>
                  <a:cubicBezTo>
                    <a:pt x="28296" y="52247"/>
                    <a:pt x="28242" y="52257"/>
                    <a:pt x="28187" y="52281"/>
                  </a:cubicBezTo>
                  <a:cubicBezTo>
                    <a:pt x="27987" y="52348"/>
                    <a:pt x="27853" y="52614"/>
                    <a:pt x="27953" y="52815"/>
                  </a:cubicBezTo>
                  <a:lnTo>
                    <a:pt x="28087" y="53215"/>
                  </a:lnTo>
                  <a:cubicBezTo>
                    <a:pt x="28120" y="53382"/>
                    <a:pt x="28287" y="53515"/>
                    <a:pt x="28454" y="53515"/>
                  </a:cubicBezTo>
                  <a:cubicBezTo>
                    <a:pt x="28487" y="53515"/>
                    <a:pt x="28521" y="53482"/>
                    <a:pt x="28621" y="53448"/>
                  </a:cubicBezTo>
                  <a:cubicBezTo>
                    <a:pt x="28821" y="53348"/>
                    <a:pt x="28954" y="53115"/>
                    <a:pt x="28854" y="52881"/>
                  </a:cubicBezTo>
                  <a:lnTo>
                    <a:pt x="28754" y="52514"/>
                  </a:lnTo>
                  <a:cubicBezTo>
                    <a:pt x="28677" y="52361"/>
                    <a:pt x="28522" y="52247"/>
                    <a:pt x="28349" y="52247"/>
                  </a:cubicBezTo>
                  <a:close/>
                  <a:moveTo>
                    <a:pt x="29002" y="54282"/>
                  </a:moveTo>
                  <a:cubicBezTo>
                    <a:pt x="28951" y="54282"/>
                    <a:pt x="28901" y="54292"/>
                    <a:pt x="28854" y="54316"/>
                  </a:cubicBezTo>
                  <a:cubicBezTo>
                    <a:pt x="28654" y="54382"/>
                    <a:pt x="28521" y="54649"/>
                    <a:pt x="28621" y="54849"/>
                  </a:cubicBezTo>
                  <a:lnTo>
                    <a:pt x="28787" y="55216"/>
                  </a:lnTo>
                  <a:cubicBezTo>
                    <a:pt x="28821" y="55383"/>
                    <a:pt x="28988" y="55483"/>
                    <a:pt x="29154" y="55483"/>
                  </a:cubicBezTo>
                  <a:cubicBezTo>
                    <a:pt x="29177" y="55483"/>
                    <a:pt x="29228" y="55468"/>
                    <a:pt x="29270" y="55468"/>
                  </a:cubicBezTo>
                  <a:cubicBezTo>
                    <a:pt x="29291" y="55468"/>
                    <a:pt x="29310" y="55472"/>
                    <a:pt x="29321" y="55483"/>
                  </a:cubicBezTo>
                  <a:cubicBezTo>
                    <a:pt x="29521" y="55383"/>
                    <a:pt x="29655" y="55150"/>
                    <a:pt x="29588" y="54916"/>
                  </a:cubicBezTo>
                  <a:lnTo>
                    <a:pt x="29388" y="54549"/>
                  </a:lnTo>
                  <a:cubicBezTo>
                    <a:pt x="29337" y="54396"/>
                    <a:pt x="29168" y="54282"/>
                    <a:pt x="29002" y="54282"/>
                  </a:cubicBezTo>
                  <a:close/>
                  <a:moveTo>
                    <a:pt x="29775" y="56193"/>
                  </a:moveTo>
                  <a:cubicBezTo>
                    <a:pt x="29722" y="56193"/>
                    <a:pt x="29670" y="56201"/>
                    <a:pt x="29621" y="56217"/>
                  </a:cubicBezTo>
                  <a:cubicBezTo>
                    <a:pt x="29421" y="56317"/>
                    <a:pt x="29321" y="56551"/>
                    <a:pt x="29421" y="56784"/>
                  </a:cubicBezTo>
                  <a:cubicBezTo>
                    <a:pt x="29455" y="56884"/>
                    <a:pt x="29521" y="57018"/>
                    <a:pt x="29588" y="57151"/>
                  </a:cubicBezTo>
                  <a:cubicBezTo>
                    <a:pt x="29621" y="57318"/>
                    <a:pt x="29788" y="57385"/>
                    <a:pt x="29955" y="57385"/>
                  </a:cubicBezTo>
                  <a:cubicBezTo>
                    <a:pt x="29988" y="57385"/>
                    <a:pt x="30088" y="57385"/>
                    <a:pt x="30122" y="57351"/>
                  </a:cubicBezTo>
                  <a:cubicBezTo>
                    <a:pt x="30322" y="57284"/>
                    <a:pt x="30422" y="57018"/>
                    <a:pt x="30322" y="56817"/>
                  </a:cubicBezTo>
                  <a:cubicBezTo>
                    <a:pt x="30288" y="56684"/>
                    <a:pt x="30188" y="56551"/>
                    <a:pt x="30155" y="56451"/>
                  </a:cubicBezTo>
                  <a:cubicBezTo>
                    <a:pt x="30104" y="56274"/>
                    <a:pt x="29939" y="56193"/>
                    <a:pt x="29775" y="56193"/>
                  </a:cubicBezTo>
                  <a:close/>
                  <a:moveTo>
                    <a:pt x="30659" y="58079"/>
                  </a:moveTo>
                  <a:cubicBezTo>
                    <a:pt x="30601" y="58079"/>
                    <a:pt x="30542" y="58092"/>
                    <a:pt x="30489" y="58118"/>
                  </a:cubicBezTo>
                  <a:cubicBezTo>
                    <a:pt x="30288" y="58185"/>
                    <a:pt x="30188" y="58452"/>
                    <a:pt x="30288" y="58652"/>
                  </a:cubicBezTo>
                  <a:cubicBezTo>
                    <a:pt x="30322" y="58752"/>
                    <a:pt x="30355" y="58886"/>
                    <a:pt x="30455" y="59019"/>
                  </a:cubicBezTo>
                  <a:cubicBezTo>
                    <a:pt x="30522" y="59186"/>
                    <a:pt x="30655" y="59286"/>
                    <a:pt x="30822" y="59286"/>
                  </a:cubicBezTo>
                  <a:cubicBezTo>
                    <a:pt x="30922" y="59286"/>
                    <a:pt x="30956" y="59286"/>
                    <a:pt x="31022" y="59219"/>
                  </a:cubicBezTo>
                  <a:cubicBezTo>
                    <a:pt x="31189" y="59152"/>
                    <a:pt x="31289" y="58886"/>
                    <a:pt x="31189" y="58685"/>
                  </a:cubicBezTo>
                  <a:cubicBezTo>
                    <a:pt x="31156" y="58552"/>
                    <a:pt x="31089" y="58452"/>
                    <a:pt x="31022" y="58319"/>
                  </a:cubicBezTo>
                  <a:cubicBezTo>
                    <a:pt x="30973" y="58172"/>
                    <a:pt x="30817" y="58079"/>
                    <a:pt x="30659" y="58079"/>
                  </a:cubicBezTo>
                  <a:close/>
                  <a:moveTo>
                    <a:pt x="31635" y="59885"/>
                  </a:moveTo>
                  <a:cubicBezTo>
                    <a:pt x="31564" y="59885"/>
                    <a:pt x="31491" y="59907"/>
                    <a:pt x="31423" y="59953"/>
                  </a:cubicBezTo>
                  <a:cubicBezTo>
                    <a:pt x="31189" y="60053"/>
                    <a:pt x="31122" y="60320"/>
                    <a:pt x="31256" y="60520"/>
                  </a:cubicBezTo>
                  <a:cubicBezTo>
                    <a:pt x="31323" y="60654"/>
                    <a:pt x="31356" y="60754"/>
                    <a:pt x="31456" y="60887"/>
                  </a:cubicBezTo>
                  <a:cubicBezTo>
                    <a:pt x="31523" y="61020"/>
                    <a:pt x="31689" y="61087"/>
                    <a:pt x="31823" y="61087"/>
                  </a:cubicBezTo>
                  <a:cubicBezTo>
                    <a:pt x="31923" y="61087"/>
                    <a:pt x="31956" y="61087"/>
                    <a:pt x="32090" y="61054"/>
                  </a:cubicBezTo>
                  <a:cubicBezTo>
                    <a:pt x="32257" y="60954"/>
                    <a:pt x="32323" y="60687"/>
                    <a:pt x="32190" y="60487"/>
                  </a:cubicBezTo>
                  <a:cubicBezTo>
                    <a:pt x="32123" y="60353"/>
                    <a:pt x="32090" y="60220"/>
                    <a:pt x="31990" y="60120"/>
                  </a:cubicBezTo>
                  <a:cubicBezTo>
                    <a:pt x="31902" y="59966"/>
                    <a:pt x="31771" y="59885"/>
                    <a:pt x="31635" y="59885"/>
                  </a:cubicBezTo>
                  <a:close/>
                  <a:moveTo>
                    <a:pt x="32749" y="61708"/>
                  </a:moveTo>
                  <a:cubicBezTo>
                    <a:pt x="32661" y="61708"/>
                    <a:pt x="32570" y="61734"/>
                    <a:pt x="32490" y="61788"/>
                  </a:cubicBezTo>
                  <a:cubicBezTo>
                    <a:pt x="32290" y="61888"/>
                    <a:pt x="32223" y="62155"/>
                    <a:pt x="32357" y="62355"/>
                  </a:cubicBezTo>
                  <a:cubicBezTo>
                    <a:pt x="32457" y="62455"/>
                    <a:pt x="32523" y="62555"/>
                    <a:pt x="32623" y="62688"/>
                  </a:cubicBezTo>
                  <a:cubicBezTo>
                    <a:pt x="32690" y="62822"/>
                    <a:pt x="32824" y="62855"/>
                    <a:pt x="32957" y="62855"/>
                  </a:cubicBezTo>
                  <a:cubicBezTo>
                    <a:pt x="33024" y="62855"/>
                    <a:pt x="33124" y="62855"/>
                    <a:pt x="33257" y="62822"/>
                  </a:cubicBezTo>
                  <a:cubicBezTo>
                    <a:pt x="33424" y="62688"/>
                    <a:pt x="33457" y="62388"/>
                    <a:pt x="33324" y="62221"/>
                  </a:cubicBezTo>
                  <a:cubicBezTo>
                    <a:pt x="33257" y="62121"/>
                    <a:pt x="33157" y="62021"/>
                    <a:pt x="33090" y="61888"/>
                  </a:cubicBezTo>
                  <a:cubicBezTo>
                    <a:pt x="33010" y="61768"/>
                    <a:pt x="32882" y="61708"/>
                    <a:pt x="32749" y="61708"/>
                  </a:cubicBezTo>
                  <a:close/>
                  <a:moveTo>
                    <a:pt x="33970" y="63346"/>
                  </a:moveTo>
                  <a:cubicBezTo>
                    <a:pt x="33868" y="63346"/>
                    <a:pt x="33766" y="63380"/>
                    <a:pt x="33691" y="63456"/>
                  </a:cubicBezTo>
                  <a:cubicBezTo>
                    <a:pt x="33524" y="63556"/>
                    <a:pt x="33491" y="63856"/>
                    <a:pt x="33658" y="64023"/>
                  </a:cubicBezTo>
                  <a:cubicBezTo>
                    <a:pt x="33758" y="64156"/>
                    <a:pt x="33858" y="64223"/>
                    <a:pt x="33958" y="64356"/>
                  </a:cubicBezTo>
                  <a:cubicBezTo>
                    <a:pt x="34024" y="64423"/>
                    <a:pt x="34125" y="64490"/>
                    <a:pt x="34258" y="64490"/>
                  </a:cubicBezTo>
                  <a:cubicBezTo>
                    <a:pt x="34358" y="64490"/>
                    <a:pt x="34458" y="64423"/>
                    <a:pt x="34491" y="64356"/>
                  </a:cubicBezTo>
                  <a:cubicBezTo>
                    <a:pt x="34658" y="64189"/>
                    <a:pt x="34692" y="63956"/>
                    <a:pt x="34525" y="63789"/>
                  </a:cubicBezTo>
                  <a:cubicBezTo>
                    <a:pt x="34458" y="63689"/>
                    <a:pt x="34358" y="63556"/>
                    <a:pt x="34291" y="63489"/>
                  </a:cubicBezTo>
                  <a:cubicBezTo>
                    <a:pt x="34218" y="63397"/>
                    <a:pt x="34094" y="63346"/>
                    <a:pt x="33970" y="63346"/>
                  </a:cubicBezTo>
                  <a:close/>
                  <a:moveTo>
                    <a:pt x="35409" y="64865"/>
                  </a:moveTo>
                  <a:cubicBezTo>
                    <a:pt x="35309" y="64865"/>
                    <a:pt x="35209" y="64907"/>
                    <a:pt x="35125" y="64990"/>
                  </a:cubicBezTo>
                  <a:cubicBezTo>
                    <a:pt x="34958" y="65157"/>
                    <a:pt x="34958" y="65390"/>
                    <a:pt x="35125" y="65557"/>
                  </a:cubicBezTo>
                  <a:cubicBezTo>
                    <a:pt x="35259" y="65657"/>
                    <a:pt x="35325" y="65791"/>
                    <a:pt x="35459" y="65857"/>
                  </a:cubicBezTo>
                  <a:cubicBezTo>
                    <a:pt x="35526" y="65957"/>
                    <a:pt x="35659" y="65991"/>
                    <a:pt x="35726" y="65991"/>
                  </a:cubicBezTo>
                  <a:cubicBezTo>
                    <a:pt x="35826" y="65991"/>
                    <a:pt x="35959" y="65891"/>
                    <a:pt x="36026" y="65857"/>
                  </a:cubicBezTo>
                  <a:cubicBezTo>
                    <a:pt x="36159" y="65690"/>
                    <a:pt x="36159" y="65457"/>
                    <a:pt x="35993" y="65290"/>
                  </a:cubicBezTo>
                  <a:cubicBezTo>
                    <a:pt x="35926" y="65157"/>
                    <a:pt x="35792" y="65057"/>
                    <a:pt x="35692" y="64990"/>
                  </a:cubicBezTo>
                  <a:cubicBezTo>
                    <a:pt x="35609" y="64907"/>
                    <a:pt x="35509" y="64865"/>
                    <a:pt x="35409" y="64865"/>
                  </a:cubicBezTo>
                  <a:close/>
                  <a:moveTo>
                    <a:pt x="37065" y="66168"/>
                  </a:moveTo>
                  <a:cubicBezTo>
                    <a:pt x="36925" y="66168"/>
                    <a:pt x="36776" y="66220"/>
                    <a:pt x="36693" y="66324"/>
                  </a:cubicBezTo>
                  <a:cubicBezTo>
                    <a:pt x="36560" y="66491"/>
                    <a:pt x="36626" y="66791"/>
                    <a:pt x="36793" y="66891"/>
                  </a:cubicBezTo>
                  <a:cubicBezTo>
                    <a:pt x="36860" y="66991"/>
                    <a:pt x="36993" y="67058"/>
                    <a:pt x="37127" y="67158"/>
                  </a:cubicBezTo>
                  <a:cubicBezTo>
                    <a:pt x="37193" y="67192"/>
                    <a:pt x="37293" y="67225"/>
                    <a:pt x="37360" y="67225"/>
                  </a:cubicBezTo>
                  <a:cubicBezTo>
                    <a:pt x="37494" y="67225"/>
                    <a:pt x="37627" y="67192"/>
                    <a:pt x="37760" y="67058"/>
                  </a:cubicBezTo>
                  <a:cubicBezTo>
                    <a:pt x="37861" y="66858"/>
                    <a:pt x="37827" y="66624"/>
                    <a:pt x="37627" y="66491"/>
                  </a:cubicBezTo>
                  <a:cubicBezTo>
                    <a:pt x="37494" y="66391"/>
                    <a:pt x="37427" y="66324"/>
                    <a:pt x="37293" y="66224"/>
                  </a:cubicBezTo>
                  <a:cubicBezTo>
                    <a:pt x="37231" y="66187"/>
                    <a:pt x="37150" y="66168"/>
                    <a:pt x="37065" y="66168"/>
                  </a:cubicBezTo>
                  <a:close/>
                  <a:moveTo>
                    <a:pt x="38759" y="67264"/>
                  </a:moveTo>
                  <a:cubicBezTo>
                    <a:pt x="38607" y="67264"/>
                    <a:pt x="38452" y="67354"/>
                    <a:pt x="38361" y="67492"/>
                  </a:cubicBezTo>
                  <a:cubicBezTo>
                    <a:pt x="38261" y="67692"/>
                    <a:pt x="38328" y="67925"/>
                    <a:pt x="38528" y="68059"/>
                  </a:cubicBezTo>
                  <a:cubicBezTo>
                    <a:pt x="38661" y="68159"/>
                    <a:pt x="38795" y="68192"/>
                    <a:pt x="38928" y="68259"/>
                  </a:cubicBezTo>
                  <a:cubicBezTo>
                    <a:pt x="38995" y="68326"/>
                    <a:pt x="39028" y="68326"/>
                    <a:pt x="39128" y="68326"/>
                  </a:cubicBezTo>
                  <a:cubicBezTo>
                    <a:pt x="39295" y="68326"/>
                    <a:pt x="39428" y="68226"/>
                    <a:pt x="39495" y="68059"/>
                  </a:cubicBezTo>
                  <a:cubicBezTo>
                    <a:pt x="39628" y="67892"/>
                    <a:pt x="39528" y="67659"/>
                    <a:pt x="39328" y="67525"/>
                  </a:cubicBezTo>
                  <a:cubicBezTo>
                    <a:pt x="39195" y="67458"/>
                    <a:pt x="39095" y="67392"/>
                    <a:pt x="38961" y="67325"/>
                  </a:cubicBezTo>
                  <a:cubicBezTo>
                    <a:pt x="38898" y="67283"/>
                    <a:pt x="38829" y="67264"/>
                    <a:pt x="38759" y="67264"/>
                  </a:cubicBezTo>
                  <a:close/>
                  <a:moveTo>
                    <a:pt x="40630" y="68187"/>
                  </a:moveTo>
                  <a:cubicBezTo>
                    <a:pt x="40470" y="68187"/>
                    <a:pt x="40312" y="68287"/>
                    <a:pt x="40262" y="68459"/>
                  </a:cubicBezTo>
                  <a:cubicBezTo>
                    <a:pt x="40129" y="68659"/>
                    <a:pt x="40262" y="68893"/>
                    <a:pt x="40462" y="68993"/>
                  </a:cubicBezTo>
                  <a:cubicBezTo>
                    <a:pt x="40629" y="69026"/>
                    <a:pt x="40729" y="69093"/>
                    <a:pt x="40863" y="69160"/>
                  </a:cubicBezTo>
                  <a:cubicBezTo>
                    <a:pt x="40963" y="69193"/>
                    <a:pt x="40996" y="69193"/>
                    <a:pt x="41029" y="69193"/>
                  </a:cubicBezTo>
                  <a:cubicBezTo>
                    <a:pt x="41196" y="69193"/>
                    <a:pt x="41363" y="69060"/>
                    <a:pt x="41430" y="68959"/>
                  </a:cubicBezTo>
                  <a:cubicBezTo>
                    <a:pt x="41496" y="68726"/>
                    <a:pt x="41363" y="68492"/>
                    <a:pt x="41163" y="68392"/>
                  </a:cubicBezTo>
                  <a:cubicBezTo>
                    <a:pt x="41029" y="68326"/>
                    <a:pt x="40929" y="68292"/>
                    <a:pt x="40796" y="68226"/>
                  </a:cubicBezTo>
                  <a:cubicBezTo>
                    <a:pt x="40744" y="68199"/>
                    <a:pt x="40687" y="68187"/>
                    <a:pt x="40630" y="68187"/>
                  </a:cubicBezTo>
                  <a:close/>
                  <a:moveTo>
                    <a:pt x="42601" y="68888"/>
                  </a:moveTo>
                  <a:cubicBezTo>
                    <a:pt x="42417" y="68888"/>
                    <a:pt x="42223" y="69013"/>
                    <a:pt x="42164" y="69193"/>
                  </a:cubicBezTo>
                  <a:cubicBezTo>
                    <a:pt x="42130" y="69393"/>
                    <a:pt x="42230" y="69627"/>
                    <a:pt x="42464" y="69693"/>
                  </a:cubicBezTo>
                  <a:cubicBezTo>
                    <a:pt x="42597" y="69727"/>
                    <a:pt x="42731" y="69793"/>
                    <a:pt x="42864" y="69827"/>
                  </a:cubicBezTo>
                  <a:lnTo>
                    <a:pt x="42998" y="69827"/>
                  </a:lnTo>
                  <a:cubicBezTo>
                    <a:pt x="43198" y="69827"/>
                    <a:pt x="43364" y="69727"/>
                    <a:pt x="43331" y="69527"/>
                  </a:cubicBezTo>
                  <a:cubicBezTo>
                    <a:pt x="43364" y="69326"/>
                    <a:pt x="43231" y="69060"/>
                    <a:pt x="43031" y="69026"/>
                  </a:cubicBezTo>
                  <a:lnTo>
                    <a:pt x="42664" y="68893"/>
                  </a:lnTo>
                  <a:cubicBezTo>
                    <a:pt x="42643" y="68889"/>
                    <a:pt x="42622" y="68888"/>
                    <a:pt x="42601" y="68888"/>
                  </a:cubicBezTo>
                  <a:close/>
                  <a:moveTo>
                    <a:pt x="44639" y="69355"/>
                  </a:moveTo>
                  <a:cubicBezTo>
                    <a:pt x="44432" y="69355"/>
                    <a:pt x="44259" y="69510"/>
                    <a:pt x="44198" y="69693"/>
                  </a:cubicBezTo>
                  <a:cubicBezTo>
                    <a:pt x="44165" y="69927"/>
                    <a:pt x="44332" y="70160"/>
                    <a:pt x="44532" y="70194"/>
                  </a:cubicBezTo>
                  <a:cubicBezTo>
                    <a:pt x="44665" y="70227"/>
                    <a:pt x="44832" y="70227"/>
                    <a:pt x="44966" y="70260"/>
                  </a:cubicBezTo>
                  <a:lnTo>
                    <a:pt x="45032" y="70260"/>
                  </a:lnTo>
                  <a:cubicBezTo>
                    <a:pt x="45266" y="70260"/>
                    <a:pt x="45433" y="70160"/>
                    <a:pt x="45466" y="69927"/>
                  </a:cubicBezTo>
                  <a:cubicBezTo>
                    <a:pt x="45499" y="69693"/>
                    <a:pt x="45333" y="69493"/>
                    <a:pt x="45132" y="69426"/>
                  </a:cubicBezTo>
                  <a:cubicBezTo>
                    <a:pt x="44966" y="69393"/>
                    <a:pt x="44832" y="69393"/>
                    <a:pt x="44699" y="69360"/>
                  </a:cubicBezTo>
                  <a:cubicBezTo>
                    <a:pt x="44679" y="69357"/>
                    <a:pt x="44659" y="69355"/>
                    <a:pt x="44639" y="69355"/>
                  </a:cubicBezTo>
                  <a:close/>
                  <a:moveTo>
                    <a:pt x="46700" y="69693"/>
                  </a:moveTo>
                  <a:cubicBezTo>
                    <a:pt x="46500" y="69693"/>
                    <a:pt x="46300" y="69860"/>
                    <a:pt x="46267" y="70060"/>
                  </a:cubicBezTo>
                  <a:cubicBezTo>
                    <a:pt x="46267" y="70260"/>
                    <a:pt x="46433" y="70494"/>
                    <a:pt x="46633" y="70527"/>
                  </a:cubicBezTo>
                  <a:cubicBezTo>
                    <a:pt x="46767" y="70527"/>
                    <a:pt x="46934" y="70561"/>
                    <a:pt x="47034" y="70561"/>
                  </a:cubicBezTo>
                  <a:lnTo>
                    <a:pt x="47100" y="70561"/>
                  </a:lnTo>
                  <a:cubicBezTo>
                    <a:pt x="47301" y="70561"/>
                    <a:pt x="47501" y="70394"/>
                    <a:pt x="47501" y="70194"/>
                  </a:cubicBezTo>
                  <a:cubicBezTo>
                    <a:pt x="47501" y="69960"/>
                    <a:pt x="47334" y="69793"/>
                    <a:pt x="47134" y="69727"/>
                  </a:cubicBezTo>
                  <a:cubicBezTo>
                    <a:pt x="47000" y="69727"/>
                    <a:pt x="46834" y="69693"/>
                    <a:pt x="46700" y="69693"/>
                  </a:cubicBezTo>
                  <a:close/>
                  <a:moveTo>
                    <a:pt x="53305" y="69793"/>
                  </a:moveTo>
                  <a:lnTo>
                    <a:pt x="52871" y="69827"/>
                  </a:lnTo>
                  <a:cubicBezTo>
                    <a:pt x="52671" y="69860"/>
                    <a:pt x="52504" y="70027"/>
                    <a:pt x="52504" y="70294"/>
                  </a:cubicBezTo>
                  <a:cubicBezTo>
                    <a:pt x="52504" y="70494"/>
                    <a:pt x="52704" y="70661"/>
                    <a:pt x="52938" y="70661"/>
                  </a:cubicBezTo>
                  <a:lnTo>
                    <a:pt x="53372" y="70627"/>
                  </a:lnTo>
                  <a:cubicBezTo>
                    <a:pt x="53605" y="70561"/>
                    <a:pt x="53772" y="70394"/>
                    <a:pt x="53772" y="70160"/>
                  </a:cubicBezTo>
                  <a:cubicBezTo>
                    <a:pt x="53705" y="69927"/>
                    <a:pt x="53505" y="69793"/>
                    <a:pt x="53305" y="69793"/>
                  </a:cubicBezTo>
                  <a:close/>
                  <a:moveTo>
                    <a:pt x="48702" y="69893"/>
                  </a:moveTo>
                  <a:cubicBezTo>
                    <a:pt x="48501" y="69893"/>
                    <a:pt x="48301" y="70060"/>
                    <a:pt x="48301" y="70327"/>
                  </a:cubicBezTo>
                  <a:cubicBezTo>
                    <a:pt x="48301" y="70527"/>
                    <a:pt x="48468" y="70727"/>
                    <a:pt x="48702" y="70727"/>
                  </a:cubicBezTo>
                  <a:lnTo>
                    <a:pt x="49169" y="70727"/>
                  </a:lnTo>
                  <a:cubicBezTo>
                    <a:pt x="49369" y="70727"/>
                    <a:pt x="49602" y="70527"/>
                    <a:pt x="49536" y="70327"/>
                  </a:cubicBezTo>
                  <a:cubicBezTo>
                    <a:pt x="49536" y="70127"/>
                    <a:pt x="49369" y="69893"/>
                    <a:pt x="49135" y="69893"/>
                  </a:cubicBezTo>
                  <a:close/>
                  <a:moveTo>
                    <a:pt x="50836" y="69893"/>
                  </a:moveTo>
                  <a:cubicBezTo>
                    <a:pt x="50603" y="69893"/>
                    <a:pt x="50436" y="70060"/>
                    <a:pt x="50436" y="70327"/>
                  </a:cubicBezTo>
                  <a:cubicBezTo>
                    <a:pt x="50436" y="70561"/>
                    <a:pt x="50636" y="70727"/>
                    <a:pt x="50836" y="70727"/>
                  </a:cubicBezTo>
                  <a:lnTo>
                    <a:pt x="51270" y="70727"/>
                  </a:lnTo>
                  <a:cubicBezTo>
                    <a:pt x="51504" y="70727"/>
                    <a:pt x="51670" y="70561"/>
                    <a:pt x="51670" y="70327"/>
                  </a:cubicBezTo>
                  <a:cubicBezTo>
                    <a:pt x="51670" y="70060"/>
                    <a:pt x="51470" y="69893"/>
                    <a:pt x="51270" y="69893"/>
                  </a:cubicBezTo>
                  <a:close/>
                </a:path>
              </a:pathLst>
            </a:custGeom>
            <a:solidFill>
              <a:srgbClr val="C6209A"/>
            </a:solidFill>
            <a:ln cap="flat" cmpd="sng" w="9525">
              <a:solidFill>
                <a:srgbClr val="C620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337998" y="5777963"/>
            <a:ext cx="1059223" cy="878086"/>
            <a:chOff x="147930" y="4129825"/>
            <a:chExt cx="1059223" cy="878086"/>
          </a:xfrm>
        </p:grpSpPr>
        <p:grpSp>
          <p:nvGrpSpPr>
            <p:cNvPr id="354" name="Google Shape;354;p24"/>
            <p:cNvGrpSpPr/>
            <p:nvPr/>
          </p:nvGrpSpPr>
          <p:grpSpPr>
            <a:xfrm flipH="1">
              <a:off x="683400" y="4129825"/>
              <a:ext cx="455700" cy="437225"/>
              <a:chOff x="5267550" y="396150"/>
              <a:chExt cx="455700" cy="437225"/>
            </a:xfrm>
          </p:grpSpPr>
          <p:sp>
            <p:nvSpPr>
              <p:cNvPr id="355" name="Google Shape;355;p24"/>
              <p:cNvSpPr/>
              <p:nvPr/>
            </p:nvSpPr>
            <p:spPr>
              <a:xfrm>
                <a:off x="5267550" y="403550"/>
                <a:ext cx="396550" cy="429825"/>
              </a:xfrm>
              <a:custGeom>
                <a:rect b="b" l="l" r="r" t="t"/>
                <a:pathLst>
                  <a:path extrusionOk="0" h="17193" w="15862">
                    <a:moveTo>
                      <a:pt x="12164" y="1"/>
                    </a:moveTo>
                    <a:cubicBezTo>
                      <a:pt x="11721" y="1"/>
                      <a:pt x="11203" y="1"/>
                      <a:pt x="10722" y="38"/>
                    </a:cubicBezTo>
                    <a:cubicBezTo>
                      <a:pt x="10537" y="38"/>
                      <a:pt x="10427" y="223"/>
                      <a:pt x="10427" y="407"/>
                    </a:cubicBezTo>
                    <a:cubicBezTo>
                      <a:pt x="10427" y="592"/>
                      <a:pt x="10537" y="740"/>
                      <a:pt x="10722" y="740"/>
                    </a:cubicBezTo>
                    <a:cubicBezTo>
                      <a:pt x="11240" y="703"/>
                      <a:pt x="11721" y="703"/>
                      <a:pt x="12127" y="703"/>
                    </a:cubicBezTo>
                    <a:cubicBezTo>
                      <a:pt x="12143" y="706"/>
                      <a:pt x="12159" y="708"/>
                      <a:pt x="12175" y="708"/>
                    </a:cubicBezTo>
                    <a:cubicBezTo>
                      <a:pt x="12343" y="708"/>
                      <a:pt x="12497" y="539"/>
                      <a:pt x="12497" y="370"/>
                    </a:cubicBezTo>
                    <a:cubicBezTo>
                      <a:pt x="12497" y="186"/>
                      <a:pt x="12349" y="1"/>
                      <a:pt x="12164" y="1"/>
                    </a:cubicBezTo>
                    <a:close/>
                    <a:moveTo>
                      <a:pt x="14431" y="314"/>
                    </a:moveTo>
                    <a:cubicBezTo>
                      <a:pt x="14284" y="314"/>
                      <a:pt x="14154" y="441"/>
                      <a:pt x="14124" y="592"/>
                    </a:cubicBezTo>
                    <a:cubicBezTo>
                      <a:pt x="14050" y="777"/>
                      <a:pt x="14198" y="962"/>
                      <a:pt x="14382" y="999"/>
                    </a:cubicBezTo>
                    <a:lnTo>
                      <a:pt x="15344" y="1295"/>
                    </a:lnTo>
                    <a:lnTo>
                      <a:pt x="15455" y="1295"/>
                    </a:lnTo>
                    <a:cubicBezTo>
                      <a:pt x="15602" y="1295"/>
                      <a:pt x="15713" y="1184"/>
                      <a:pt x="15824" y="999"/>
                    </a:cubicBezTo>
                    <a:cubicBezTo>
                      <a:pt x="15861" y="888"/>
                      <a:pt x="15750" y="629"/>
                      <a:pt x="15602" y="592"/>
                    </a:cubicBezTo>
                    <a:cubicBezTo>
                      <a:pt x="15196" y="518"/>
                      <a:pt x="14900" y="407"/>
                      <a:pt x="14530" y="333"/>
                    </a:cubicBezTo>
                    <a:cubicBezTo>
                      <a:pt x="14497" y="320"/>
                      <a:pt x="14464" y="314"/>
                      <a:pt x="14431" y="314"/>
                    </a:cubicBezTo>
                    <a:close/>
                    <a:moveTo>
                      <a:pt x="8474" y="495"/>
                    </a:moveTo>
                    <a:cubicBezTo>
                      <a:pt x="8435" y="495"/>
                      <a:pt x="8396" y="503"/>
                      <a:pt x="8356" y="518"/>
                    </a:cubicBezTo>
                    <a:cubicBezTo>
                      <a:pt x="7913" y="629"/>
                      <a:pt x="7432" y="814"/>
                      <a:pt x="7025" y="999"/>
                    </a:cubicBezTo>
                    <a:cubicBezTo>
                      <a:pt x="6840" y="1110"/>
                      <a:pt x="6766" y="1295"/>
                      <a:pt x="6840" y="1480"/>
                    </a:cubicBezTo>
                    <a:cubicBezTo>
                      <a:pt x="6877" y="1554"/>
                      <a:pt x="7025" y="1664"/>
                      <a:pt x="7173" y="1664"/>
                    </a:cubicBezTo>
                    <a:cubicBezTo>
                      <a:pt x="7210" y="1664"/>
                      <a:pt x="7284" y="1664"/>
                      <a:pt x="7321" y="1627"/>
                    </a:cubicBezTo>
                    <a:cubicBezTo>
                      <a:pt x="7728" y="1443"/>
                      <a:pt x="8134" y="1295"/>
                      <a:pt x="8541" y="1147"/>
                    </a:cubicBezTo>
                    <a:cubicBezTo>
                      <a:pt x="8726" y="1110"/>
                      <a:pt x="8837" y="925"/>
                      <a:pt x="8800" y="740"/>
                    </a:cubicBezTo>
                    <a:cubicBezTo>
                      <a:pt x="8742" y="595"/>
                      <a:pt x="8615" y="495"/>
                      <a:pt x="8474" y="495"/>
                    </a:cubicBezTo>
                    <a:close/>
                    <a:moveTo>
                      <a:pt x="5212" y="2143"/>
                    </a:moveTo>
                    <a:cubicBezTo>
                      <a:pt x="5135" y="2143"/>
                      <a:pt x="5056" y="2171"/>
                      <a:pt x="4992" y="2219"/>
                    </a:cubicBezTo>
                    <a:cubicBezTo>
                      <a:pt x="4622" y="2478"/>
                      <a:pt x="4252" y="2774"/>
                      <a:pt x="3883" y="3106"/>
                    </a:cubicBezTo>
                    <a:cubicBezTo>
                      <a:pt x="3698" y="3217"/>
                      <a:pt x="3698" y="3476"/>
                      <a:pt x="3846" y="3587"/>
                    </a:cubicBezTo>
                    <a:cubicBezTo>
                      <a:pt x="3957" y="3661"/>
                      <a:pt x="4031" y="3698"/>
                      <a:pt x="4142" y="3698"/>
                    </a:cubicBezTo>
                    <a:cubicBezTo>
                      <a:pt x="4179" y="3698"/>
                      <a:pt x="4252" y="3661"/>
                      <a:pt x="4326" y="3587"/>
                    </a:cubicBezTo>
                    <a:cubicBezTo>
                      <a:pt x="4696" y="3328"/>
                      <a:pt x="4992" y="3032"/>
                      <a:pt x="5362" y="2774"/>
                    </a:cubicBezTo>
                    <a:cubicBezTo>
                      <a:pt x="5546" y="2663"/>
                      <a:pt x="5546" y="2441"/>
                      <a:pt x="5472" y="2293"/>
                    </a:cubicBezTo>
                    <a:cubicBezTo>
                      <a:pt x="5410" y="2189"/>
                      <a:pt x="5312" y="2143"/>
                      <a:pt x="5212" y="2143"/>
                    </a:cubicBezTo>
                    <a:close/>
                    <a:moveTo>
                      <a:pt x="2541" y="4705"/>
                    </a:moveTo>
                    <a:cubicBezTo>
                      <a:pt x="2437" y="4705"/>
                      <a:pt x="2338" y="4754"/>
                      <a:pt x="2293" y="4844"/>
                    </a:cubicBezTo>
                    <a:cubicBezTo>
                      <a:pt x="1997" y="5214"/>
                      <a:pt x="1738" y="5620"/>
                      <a:pt x="1480" y="6064"/>
                    </a:cubicBezTo>
                    <a:cubicBezTo>
                      <a:pt x="1406" y="6175"/>
                      <a:pt x="1443" y="6434"/>
                      <a:pt x="1628" y="6508"/>
                    </a:cubicBezTo>
                    <a:cubicBezTo>
                      <a:pt x="1665" y="6545"/>
                      <a:pt x="1775" y="6545"/>
                      <a:pt x="1812" y="6545"/>
                    </a:cubicBezTo>
                    <a:cubicBezTo>
                      <a:pt x="1923" y="6545"/>
                      <a:pt x="2034" y="6471"/>
                      <a:pt x="2108" y="6323"/>
                    </a:cubicBezTo>
                    <a:cubicBezTo>
                      <a:pt x="2330" y="5953"/>
                      <a:pt x="2552" y="5583"/>
                      <a:pt x="2848" y="5214"/>
                    </a:cubicBezTo>
                    <a:cubicBezTo>
                      <a:pt x="2922" y="5066"/>
                      <a:pt x="2885" y="4844"/>
                      <a:pt x="2737" y="4770"/>
                    </a:cubicBezTo>
                    <a:cubicBezTo>
                      <a:pt x="2678" y="4726"/>
                      <a:pt x="2608" y="4705"/>
                      <a:pt x="2541" y="4705"/>
                    </a:cubicBezTo>
                    <a:close/>
                    <a:moveTo>
                      <a:pt x="886" y="7940"/>
                    </a:moveTo>
                    <a:cubicBezTo>
                      <a:pt x="756" y="7940"/>
                      <a:pt x="617" y="8017"/>
                      <a:pt x="555" y="8171"/>
                    </a:cubicBezTo>
                    <a:cubicBezTo>
                      <a:pt x="407" y="8652"/>
                      <a:pt x="297" y="9096"/>
                      <a:pt x="186" y="9576"/>
                    </a:cubicBezTo>
                    <a:cubicBezTo>
                      <a:pt x="149" y="9761"/>
                      <a:pt x="297" y="9909"/>
                      <a:pt x="481" y="9983"/>
                    </a:cubicBezTo>
                    <a:lnTo>
                      <a:pt x="518" y="9983"/>
                    </a:lnTo>
                    <a:cubicBezTo>
                      <a:pt x="703" y="9983"/>
                      <a:pt x="851" y="9872"/>
                      <a:pt x="888" y="9650"/>
                    </a:cubicBezTo>
                    <a:cubicBezTo>
                      <a:pt x="962" y="9243"/>
                      <a:pt x="1073" y="8763"/>
                      <a:pt x="1221" y="8356"/>
                    </a:cubicBezTo>
                    <a:cubicBezTo>
                      <a:pt x="1258" y="8171"/>
                      <a:pt x="1147" y="7986"/>
                      <a:pt x="962" y="7949"/>
                    </a:cubicBezTo>
                    <a:cubicBezTo>
                      <a:pt x="937" y="7943"/>
                      <a:pt x="912" y="7940"/>
                      <a:pt x="886" y="7940"/>
                    </a:cubicBezTo>
                    <a:close/>
                    <a:moveTo>
                      <a:pt x="334" y="11536"/>
                    </a:moveTo>
                    <a:cubicBezTo>
                      <a:pt x="149" y="11536"/>
                      <a:pt x="1" y="11720"/>
                      <a:pt x="1" y="11905"/>
                    </a:cubicBezTo>
                    <a:cubicBezTo>
                      <a:pt x="1" y="12386"/>
                      <a:pt x="75" y="12904"/>
                      <a:pt x="112" y="13347"/>
                    </a:cubicBezTo>
                    <a:cubicBezTo>
                      <a:pt x="112" y="13532"/>
                      <a:pt x="260" y="13680"/>
                      <a:pt x="444" y="13680"/>
                    </a:cubicBezTo>
                    <a:cubicBezTo>
                      <a:pt x="666" y="13643"/>
                      <a:pt x="814" y="13495"/>
                      <a:pt x="814" y="13199"/>
                    </a:cubicBezTo>
                    <a:cubicBezTo>
                      <a:pt x="740" y="12756"/>
                      <a:pt x="703" y="12349"/>
                      <a:pt x="703" y="11868"/>
                    </a:cubicBezTo>
                    <a:cubicBezTo>
                      <a:pt x="703" y="11684"/>
                      <a:pt x="518" y="11536"/>
                      <a:pt x="334" y="11536"/>
                    </a:cubicBezTo>
                    <a:close/>
                    <a:moveTo>
                      <a:pt x="943" y="15186"/>
                    </a:moveTo>
                    <a:cubicBezTo>
                      <a:pt x="913" y="15186"/>
                      <a:pt x="882" y="15190"/>
                      <a:pt x="851" y="15196"/>
                    </a:cubicBezTo>
                    <a:cubicBezTo>
                      <a:pt x="666" y="15307"/>
                      <a:pt x="555" y="15491"/>
                      <a:pt x="629" y="15676"/>
                    </a:cubicBezTo>
                    <a:cubicBezTo>
                      <a:pt x="814" y="16120"/>
                      <a:pt x="999" y="16601"/>
                      <a:pt x="1184" y="17007"/>
                    </a:cubicBezTo>
                    <a:cubicBezTo>
                      <a:pt x="1258" y="17081"/>
                      <a:pt x="1369" y="17192"/>
                      <a:pt x="1480" y="17192"/>
                    </a:cubicBezTo>
                    <a:cubicBezTo>
                      <a:pt x="1554" y="17192"/>
                      <a:pt x="1591" y="17192"/>
                      <a:pt x="1665" y="17155"/>
                    </a:cubicBezTo>
                    <a:cubicBezTo>
                      <a:pt x="1812" y="17044"/>
                      <a:pt x="1923" y="16859"/>
                      <a:pt x="1812" y="16675"/>
                    </a:cubicBezTo>
                    <a:cubicBezTo>
                      <a:pt x="1628" y="16268"/>
                      <a:pt x="1443" y="15861"/>
                      <a:pt x="1295" y="15418"/>
                    </a:cubicBezTo>
                    <a:cubicBezTo>
                      <a:pt x="1233" y="15264"/>
                      <a:pt x="1095" y="15186"/>
                      <a:pt x="943" y="15186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5627100" y="396150"/>
                <a:ext cx="96150" cy="63800"/>
              </a:xfrm>
              <a:custGeom>
                <a:rect b="b" l="l" r="r" t="t"/>
                <a:pathLst>
                  <a:path extrusionOk="0" h="2552" w="3846">
                    <a:moveTo>
                      <a:pt x="888" y="1"/>
                    </a:moveTo>
                    <a:lnTo>
                      <a:pt x="0" y="1850"/>
                    </a:lnTo>
                    <a:lnTo>
                      <a:pt x="3845" y="2552"/>
                    </a:lnTo>
                    <a:lnTo>
                      <a:pt x="888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24"/>
            <p:cNvGrpSpPr/>
            <p:nvPr/>
          </p:nvGrpSpPr>
          <p:grpSpPr>
            <a:xfrm flipH="1">
              <a:off x="147930" y="4156177"/>
              <a:ext cx="1059223" cy="851734"/>
              <a:chOff x="5271250" y="546825"/>
              <a:chExt cx="674750" cy="542575"/>
            </a:xfrm>
          </p:grpSpPr>
          <p:sp>
            <p:nvSpPr>
              <p:cNvPr id="358" name="Google Shape;358;p24"/>
              <p:cNvSpPr/>
              <p:nvPr/>
            </p:nvSpPr>
            <p:spPr>
              <a:xfrm>
                <a:off x="5289750" y="874000"/>
                <a:ext cx="190425" cy="202450"/>
              </a:xfrm>
              <a:custGeom>
                <a:rect b="b" l="l" r="r" t="t"/>
                <a:pathLst>
                  <a:path extrusionOk="0" h="8098" w="7617">
                    <a:moveTo>
                      <a:pt x="3808" y="2339"/>
                    </a:moveTo>
                    <a:cubicBezTo>
                      <a:pt x="4132" y="2339"/>
                      <a:pt x="4455" y="2422"/>
                      <a:pt x="4732" y="2589"/>
                    </a:cubicBezTo>
                    <a:cubicBezTo>
                      <a:pt x="5287" y="2885"/>
                      <a:pt x="5657" y="3513"/>
                      <a:pt x="5657" y="4142"/>
                    </a:cubicBezTo>
                    <a:cubicBezTo>
                      <a:pt x="5657" y="4807"/>
                      <a:pt x="5287" y="5436"/>
                      <a:pt x="4732" y="5731"/>
                    </a:cubicBezTo>
                    <a:cubicBezTo>
                      <a:pt x="4455" y="5879"/>
                      <a:pt x="4132" y="5953"/>
                      <a:pt x="3808" y="5953"/>
                    </a:cubicBezTo>
                    <a:cubicBezTo>
                      <a:pt x="3485" y="5953"/>
                      <a:pt x="3161" y="5879"/>
                      <a:pt x="2884" y="5731"/>
                    </a:cubicBezTo>
                    <a:cubicBezTo>
                      <a:pt x="2329" y="5399"/>
                      <a:pt x="1960" y="4807"/>
                      <a:pt x="1960" y="4142"/>
                    </a:cubicBezTo>
                    <a:cubicBezTo>
                      <a:pt x="1960" y="3513"/>
                      <a:pt x="2329" y="2848"/>
                      <a:pt x="2884" y="2589"/>
                    </a:cubicBezTo>
                    <a:cubicBezTo>
                      <a:pt x="3161" y="2422"/>
                      <a:pt x="3485" y="2339"/>
                      <a:pt x="3808" y="2339"/>
                    </a:cubicBezTo>
                    <a:close/>
                    <a:moveTo>
                      <a:pt x="3364" y="1"/>
                    </a:moveTo>
                    <a:lnTo>
                      <a:pt x="2958" y="1517"/>
                    </a:lnTo>
                    <a:cubicBezTo>
                      <a:pt x="2773" y="1554"/>
                      <a:pt x="2588" y="1628"/>
                      <a:pt x="2440" y="1738"/>
                    </a:cubicBezTo>
                    <a:cubicBezTo>
                      <a:pt x="2255" y="1849"/>
                      <a:pt x="2144" y="1960"/>
                      <a:pt x="1997" y="2071"/>
                    </a:cubicBezTo>
                    <a:lnTo>
                      <a:pt x="481" y="1665"/>
                    </a:lnTo>
                    <a:lnTo>
                      <a:pt x="0" y="2404"/>
                    </a:lnTo>
                    <a:lnTo>
                      <a:pt x="1109" y="3513"/>
                    </a:lnTo>
                    <a:cubicBezTo>
                      <a:pt x="1072" y="3698"/>
                      <a:pt x="1072" y="3883"/>
                      <a:pt x="1072" y="4068"/>
                    </a:cubicBezTo>
                    <a:cubicBezTo>
                      <a:pt x="1072" y="4252"/>
                      <a:pt x="1072" y="4437"/>
                      <a:pt x="1109" y="4622"/>
                    </a:cubicBezTo>
                    <a:lnTo>
                      <a:pt x="0" y="5731"/>
                    </a:lnTo>
                    <a:lnTo>
                      <a:pt x="481" y="6471"/>
                    </a:lnTo>
                    <a:lnTo>
                      <a:pt x="1997" y="6027"/>
                    </a:lnTo>
                    <a:cubicBezTo>
                      <a:pt x="2144" y="6175"/>
                      <a:pt x="2329" y="6249"/>
                      <a:pt x="2440" y="6360"/>
                    </a:cubicBezTo>
                    <a:cubicBezTo>
                      <a:pt x="2625" y="6471"/>
                      <a:pt x="2773" y="6545"/>
                      <a:pt x="2958" y="6582"/>
                    </a:cubicBezTo>
                    <a:lnTo>
                      <a:pt x="3364" y="8097"/>
                    </a:lnTo>
                    <a:lnTo>
                      <a:pt x="4252" y="8097"/>
                    </a:lnTo>
                    <a:lnTo>
                      <a:pt x="4658" y="6582"/>
                    </a:lnTo>
                    <a:cubicBezTo>
                      <a:pt x="4843" y="6545"/>
                      <a:pt x="5028" y="6471"/>
                      <a:pt x="5176" y="6360"/>
                    </a:cubicBezTo>
                    <a:cubicBezTo>
                      <a:pt x="5361" y="6249"/>
                      <a:pt x="5509" y="6138"/>
                      <a:pt x="5657" y="6027"/>
                    </a:cubicBezTo>
                    <a:lnTo>
                      <a:pt x="7172" y="6471"/>
                    </a:lnTo>
                    <a:lnTo>
                      <a:pt x="7579" y="5731"/>
                    </a:lnTo>
                    <a:lnTo>
                      <a:pt x="6507" y="4696"/>
                    </a:lnTo>
                    <a:cubicBezTo>
                      <a:pt x="6581" y="4511"/>
                      <a:pt x="6581" y="4326"/>
                      <a:pt x="6581" y="4142"/>
                    </a:cubicBezTo>
                    <a:cubicBezTo>
                      <a:pt x="6581" y="3957"/>
                      <a:pt x="6581" y="3772"/>
                      <a:pt x="6507" y="3587"/>
                    </a:cubicBezTo>
                    <a:lnTo>
                      <a:pt x="7616" y="2478"/>
                    </a:lnTo>
                    <a:lnTo>
                      <a:pt x="7209" y="1738"/>
                    </a:lnTo>
                    <a:lnTo>
                      <a:pt x="5694" y="2145"/>
                    </a:lnTo>
                    <a:cubicBezTo>
                      <a:pt x="5546" y="2034"/>
                      <a:pt x="5361" y="1923"/>
                      <a:pt x="5213" y="1812"/>
                    </a:cubicBezTo>
                    <a:cubicBezTo>
                      <a:pt x="5028" y="1738"/>
                      <a:pt x="4917" y="1628"/>
                      <a:pt x="4695" y="1591"/>
                    </a:cubicBezTo>
                    <a:lnTo>
                      <a:pt x="4252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5611375" y="557225"/>
                <a:ext cx="325375" cy="325600"/>
              </a:xfrm>
              <a:custGeom>
                <a:rect b="b" l="l" r="r" t="t"/>
                <a:pathLst>
                  <a:path extrusionOk="0" h="13024" w="13015">
                    <a:moveTo>
                      <a:pt x="6471" y="3438"/>
                    </a:moveTo>
                    <a:cubicBezTo>
                      <a:pt x="6877" y="3438"/>
                      <a:pt x="7284" y="3522"/>
                      <a:pt x="7654" y="3688"/>
                    </a:cubicBezTo>
                    <a:cubicBezTo>
                      <a:pt x="8393" y="4021"/>
                      <a:pt x="8985" y="4612"/>
                      <a:pt x="9318" y="5352"/>
                    </a:cubicBezTo>
                    <a:cubicBezTo>
                      <a:pt x="9650" y="6091"/>
                      <a:pt x="9650" y="6978"/>
                      <a:pt x="9318" y="7718"/>
                    </a:cubicBezTo>
                    <a:cubicBezTo>
                      <a:pt x="8985" y="8457"/>
                      <a:pt x="8393" y="9049"/>
                      <a:pt x="7654" y="9381"/>
                    </a:cubicBezTo>
                    <a:cubicBezTo>
                      <a:pt x="7284" y="9548"/>
                      <a:pt x="6877" y="9631"/>
                      <a:pt x="6471" y="9631"/>
                    </a:cubicBezTo>
                    <a:cubicBezTo>
                      <a:pt x="6064" y="9631"/>
                      <a:pt x="5657" y="9548"/>
                      <a:pt x="5288" y="9381"/>
                    </a:cubicBezTo>
                    <a:cubicBezTo>
                      <a:pt x="4548" y="9049"/>
                      <a:pt x="3957" y="8457"/>
                      <a:pt x="3624" y="7718"/>
                    </a:cubicBezTo>
                    <a:cubicBezTo>
                      <a:pt x="3291" y="6978"/>
                      <a:pt x="3291" y="6091"/>
                      <a:pt x="3624" y="5352"/>
                    </a:cubicBezTo>
                    <a:cubicBezTo>
                      <a:pt x="3957" y="4612"/>
                      <a:pt x="4548" y="4021"/>
                      <a:pt x="5288" y="3688"/>
                    </a:cubicBezTo>
                    <a:cubicBezTo>
                      <a:pt x="5657" y="3522"/>
                      <a:pt x="6064" y="3438"/>
                      <a:pt x="6471" y="3438"/>
                    </a:cubicBezTo>
                    <a:close/>
                    <a:moveTo>
                      <a:pt x="6508" y="0"/>
                    </a:moveTo>
                    <a:cubicBezTo>
                      <a:pt x="6332" y="0"/>
                      <a:pt x="6157" y="9"/>
                      <a:pt x="5990" y="28"/>
                    </a:cubicBezTo>
                    <a:cubicBezTo>
                      <a:pt x="5731" y="693"/>
                      <a:pt x="5473" y="1322"/>
                      <a:pt x="5399" y="1950"/>
                    </a:cubicBezTo>
                    <a:cubicBezTo>
                      <a:pt x="5177" y="1987"/>
                      <a:pt x="4918" y="2061"/>
                      <a:pt x="4696" y="2172"/>
                    </a:cubicBezTo>
                    <a:cubicBezTo>
                      <a:pt x="4474" y="2246"/>
                      <a:pt x="4253" y="2394"/>
                      <a:pt x="4068" y="2505"/>
                    </a:cubicBezTo>
                    <a:cubicBezTo>
                      <a:pt x="3550" y="2135"/>
                      <a:pt x="2959" y="1802"/>
                      <a:pt x="2293" y="1581"/>
                    </a:cubicBezTo>
                    <a:cubicBezTo>
                      <a:pt x="2034" y="1802"/>
                      <a:pt x="1776" y="2024"/>
                      <a:pt x="1554" y="2320"/>
                    </a:cubicBezTo>
                    <a:cubicBezTo>
                      <a:pt x="1776" y="2949"/>
                      <a:pt x="2108" y="3540"/>
                      <a:pt x="2478" y="4058"/>
                    </a:cubicBezTo>
                    <a:cubicBezTo>
                      <a:pt x="2330" y="4279"/>
                      <a:pt x="2256" y="4464"/>
                      <a:pt x="2145" y="4723"/>
                    </a:cubicBezTo>
                    <a:cubicBezTo>
                      <a:pt x="2071" y="4945"/>
                      <a:pt x="1960" y="5167"/>
                      <a:pt x="1923" y="5389"/>
                    </a:cubicBezTo>
                    <a:cubicBezTo>
                      <a:pt x="1295" y="5500"/>
                      <a:pt x="629" y="5684"/>
                      <a:pt x="38" y="6017"/>
                    </a:cubicBezTo>
                    <a:cubicBezTo>
                      <a:pt x="1" y="6313"/>
                      <a:pt x="1" y="6683"/>
                      <a:pt x="38" y="7015"/>
                    </a:cubicBezTo>
                    <a:cubicBezTo>
                      <a:pt x="666" y="7311"/>
                      <a:pt x="1332" y="7533"/>
                      <a:pt x="1923" y="7607"/>
                    </a:cubicBezTo>
                    <a:cubicBezTo>
                      <a:pt x="1960" y="7866"/>
                      <a:pt x="2071" y="8087"/>
                      <a:pt x="2145" y="8309"/>
                    </a:cubicBezTo>
                    <a:cubicBezTo>
                      <a:pt x="2256" y="8531"/>
                      <a:pt x="2404" y="8790"/>
                      <a:pt x="2478" y="8975"/>
                    </a:cubicBezTo>
                    <a:cubicBezTo>
                      <a:pt x="2108" y="9455"/>
                      <a:pt x="1776" y="10084"/>
                      <a:pt x="1554" y="10712"/>
                    </a:cubicBezTo>
                    <a:cubicBezTo>
                      <a:pt x="1776" y="11008"/>
                      <a:pt x="2034" y="11230"/>
                      <a:pt x="2293" y="11452"/>
                    </a:cubicBezTo>
                    <a:cubicBezTo>
                      <a:pt x="2959" y="11230"/>
                      <a:pt x="3550" y="10897"/>
                      <a:pt x="4068" y="10528"/>
                    </a:cubicBezTo>
                    <a:cubicBezTo>
                      <a:pt x="4290" y="10675"/>
                      <a:pt x="4474" y="10749"/>
                      <a:pt x="4696" y="10860"/>
                    </a:cubicBezTo>
                    <a:cubicBezTo>
                      <a:pt x="4918" y="10934"/>
                      <a:pt x="5177" y="11045"/>
                      <a:pt x="5399" y="11082"/>
                    </a:cubicBezTo>
                    <a:cubicBezTo>
                      <a:pt x="5473" y="11748"/>
                      <a:pt x="5657" y="12376"/>
                      <a:pt x="5990" y="12968"/>
                    </a:cubicBezTo>
                    <a:cubicBezTo>
                      <a:pt x="6157" y="13005"/>
                      <a:pt x="6332" y="13023"/>
                      <a:pt x="6508" y="13023"/>
                    </a:cubicBezTo>
                    <a:cubicBezTo>
                      <a:pt x="6683" y="13023"/>
                      <a:pt x="6859" y="13005"/>
                      <a:pt x="7025" y="12968"/>
                    </a:cubicBezTo>
                    <a:cubicBezTo>
                      <a:pt x="7284" y="12339"/>
                      <a:pt x="7506" y="11674"/>
                      <a:pt x="7617" y="11082"/>
                    </a:cubicBezTo>
                    <a:cubicBezTo>
                      <a:pt x="7839" y="11045"/>
                      <a:pt x="8061" y="10934"/>
                      <a:pt x="8319" y="10860"/>
                    </a:cubicBezTo>
                    <a:cubicBezTo>
                      <a:pt x="8541" y="10749"/>
                      <a:pt x="8763" y="10638"/>
                      <a:pt x="8948" y="10528"/>
                    </a:cubicBezTo>
                    <a:cubicBezTo>
                      <a:pt x="9465" y="10897"/>
                      <a:pt x="10057" y="11230"/>
                      <a:pt x="10722" y="11452"/>
                    </a:cubicBezTo>
                    <a:cubicBezTo>
                      <a:pt x="10981" y="11230"/>
                      <a:pt x="11203" y="11008"/>
                      <a:pt x="11462" y="10712"/>
                    </a:cubicBezTo>
                    <a:cubicBezTo>
                      <a:pt x="11203" y="10084"/>
                      <a:pt x="10907" y="9455"/>
                      <a:pt x="10538" y="8975"/>
                    </a:cubicBezTo>
                    <a:cubicBezTo>
                      <a:pt x="10648" y="8716"/>
                      <a:pt x="10759" y="8531"/>
                      <a:pt x="10833" y="8309"/>
                    </a:cubicBezTo>
                    <a:cubicBezTo>
                      <a:pt x="10981" y="8124"/>
                      <a:pt x="11018" y="7866"/>
                      <a:pt x="11092" y="7607"/>
                    </a:cubicBezTo>
                    <a:cubicBezTo>
                      <a:pt x="11721" y="7533"/>
                      <a:pt x="12386" y="7348"/>
                      <a:pt x="12978" y="7015"/>
                    </a:cubicBezTo>
                    <a:cubicBezTo>
                      <a:pt x="13015" y="6683"/>
                      <a:pt x="13015" y="6313"/>
                      <a:pt x="12978" y="6017"/>
                    </a:cubicBezTo>
                    <a:cubicBezTo>
                      <a:pt x="12312" y="5721"/>
                      <a:pt x="11684" y="5500"/>
                      <a:pt x="11092" y="5389"/>
                    </a:cubicBezTo>
                    <a:cubicBezTo>
                      <a:pt x="11018" y="5167"/>
                      <a:pt x="10944" y="4945"/>
                      <a:pt x="10833" y="4723"/>
                    </a:cubicBezTo>
                    <a:cubicBezTo>
                      <a:pt x="10759" y="4464"/>
                      <a:pt x="10612" y="4243"/>
                      <a:pt x="10538" y="4058"/>
                    </a:cubicBezTo>
                    <a:cubicBezTo>
                      <a:pt x="10907" y="3540"/>
                      <a:pt x="11203" y="2949"/>
                      <a:pt x="11462" y="2320"/>
                    </a:cubicBezTo>
                    <a:cubicBezTo>
                      <a:pt x="11203" y="2024"/>
                      <a:pt x="10981" y="1802"/>
                      <a:pt x="10722" y="1581"/>
                    </a:cubicBezTo>
                    <a:cubicBezTo>
                      <a:pt x="10057" y="1802"/>
                      <a:pt x="9465" y="2135"/>
                      <a:pt x="8948" y="2505"/>
                    </a:cubicBezTo>
                    <a:cubicBezTo>
                      <a:pt x="8726" y="2357"/>
                      <a:pt x="8541" y="2246"/>
                      <a:pt x="8319" y="2172"/>
                    </a:cubicBezTo>
                    <a:cubicBezTo>
                      <a:pt x="8061" y="2061"/>
                      <a:pt x="7839" y="1987"/>
                      <a:pt x="7617" y="1950"/>
                    </a:cubicBezTo>
                    <a:cubicBezTo>
                      <a:pt x="7506" y="1285"/>
                      <a:pt x="7321" y="656"/>
                      <a:pt x="7025" y="28"/>
                    </a:cubicBezTo>
                    <a:cubicBezTo>
                      <a:pt x="6859" y="9"/>
                      <a:pt x="6683" y="0"/>
                      <a:pt x="6508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5271250" y="546825"/>
                <a:ext cx="674750" cy="542575"/>
              </a:xfrm>
              <a:custGeom>
                <a:rect b="b" l="l" r="r" t="t"/>
                <a:pathLst>
                  <a:path extrusionOk="0" h="21703" w="26990">
                    <a:moveTo>
                      <a:pt x="20002" y="703"/>
                    </a:moveTo>
                    <a:cubicBezTo>
                      <a:pt x="23477" y="703"/>
                      <a:pt x="26250" y="3512"/>
                      <a:pt x="26250" y="6914"/>
                    </a:cubicBezTo>
                    <a:cubicBezTo>
                      <a:pt x="26250" y="9317"/>
                      <a:pt x="24956" y="11461"/>
                      <a:pt x="22775" y="12533"/>
                    </a:cubicBezTo>
                    <a:lnTo>
                      <a:pt x="6471" y="20519"/>
                    </a:lnTo>
                    <a:lnTo>
                      <a:pt x="6212" y="20667"/>
                    </a:lnTo>
                    <a:cubicBezTo>
                      <a:pt x="5694" y="20889"/>
                      <a:pt x="5140" y="21037"/>
                      <a:pt x="4548" y="21037"/>
                    </a:cubicBezTo>
                    <a:cubicBezTo>
                      <a:pt x="2441" y="21037"/>
                      <a:pt x="740" y="19299"/>
                      <a:pt x="740" y="17229"/>
                    </a:cubicBezTo>
                    <a:cubicBezTo>
                      <a:pt x="740" y="16119"/>
                      <a:pt x="1221" y="15121"/>
                      <a:pt x="2034" y="14382"/>
                    </a:cubicBezTo>
                    <a:lnTo>
                      <a:pt x="2219" y="14197"/>
                    </a:lnTo>
                    <a:lnTo>
                      <a:pt x="15639" y="2477"/>
                    </a:lnTo>
                    <a:lnTo>
                      <a:pt x="15935" y="2218"/>
                    </a:lnTo>
                    <a:cubicBezTo>
                      <a:pt x="17044" y="1257"/>
                      <a:pt x="18523" y="703"/>
                      <a:pt x="20002" y="703"/>
                    </a:cubicBezTo>
                    <a:close/>
                    <a:moveTo>
                      <a:pt x="20076" y="0"/>
                    </a:moveTo>
                    <a:cubicBezTo>
                      <a:pt x="18523" y="0"/>
                      <a:pt x="17044" y="518"/>
                      <a:pt x="15861" y="1442"/>
                    </a:cubicBezTo>
                    <a:lnTo>
                      <a:pt x="1590" y="13827"/>
                    </a:lnTo>
                    <a:lnTo>
                      <a:pt x="1332" y="14012"/>
                    </a:lnTo>
                    <a:cubicBezTo>
                      <a:pt x="518" y="14825"/>
                      <a:pt x="1" y="15972"/>
                      <a:pt x="1" y="17192"/>
                    </a:cubicBezTo>
                    <a:cubicBezTo>
                      <a:pt x="1" y="19669"/>
                      <a:pt x="2034" y="21702"/>
                      <a:pt x="4548" y="21702"/>
                    </a:cubicBezTo>
                    <a:cubicBezTo>
                      <a:pt x="5140" y="21702"/>
                      <a:pt x="5694" y="21628"/>
                      <a:pt x="6249" y="21406"/>
                    </a:cubicBezTo>
                    <a:lnTo>
                      <a:pt x="23144" y="13125"/>
                    </a:lnTo>
                    <a:lnTo>
                      <a:pt x="23477" y="12940"/>
                    </a:lnTo>
                    <a:cubicBezTo>
                      <a:pt x="25658" y="11720"/>
                      <a:pt x="26989" y="9465"/>
                      <a:pt x="26989" y="6914"/>
                    </a:cubicBezTo>
                    <a:cubicBezTo>
                      <a:pt x="26989" y="3106"/>
                      <a:pt x="23884" y="0"/>
                      <a:pt x="20076" y="0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1" name="Google Shape;361;p24"/>
          <p:cNvSpPr/>
          <p:nvPr/>
        </p:nvSpPr>
        <p:spPr>
          <a:xfrm>
            <a:off x="10891838" y="479618"/>
            <a:ext cx="447850" cy="663825"/>
          </a:xfrm>
          <a:custGeom>
            <a:rect b="b" l="l" r="r" t="t"/>
            <a:pathLst>
              <a:path extrusionOk="0" h="26553" w="17914">
                <a:moveTo>
                  <a:pt x="13911" y="0"/>
                </a:moveTo>
                <a:lnTo>
                  <a:pt x="1" y="13076"/>
                </a:lnTo>
                <a:lnTo>
                  <a:pt x="8807" y="15411"/>
                </a:lnTo>
                <a:lnTo>
                  <a:pt x="2736" y="26552"/>
                </a:lnTo>
                <a:lnTo>
                  <a:pt x="17914" y="12676"/>
                </a:lnTo>
                <a:lnTo>
                  <a:pt x="8574" y="10174"/>
                </a:lnTo>
                <a:lnTo>
                  <a:pt x="13911" y="0"/>
                </a:lnTo>
                <a:close/>
              </a:path>
            </a:pathLst>
          </a:custGeom>
          <a:solidFill>
            <a:srgbClr val="FEC1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"/>
          <p:cNvSpPr/>
          <p:nvPr/>
        </p:nvSpPr>
        <p:spPr>
          <a:xfrm>
            <a:off x="789085" y="3076991"/>
            <a:ext cx="62109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choices</a:t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pic>
        <p:nvPicPr>
          <p:cNvPr descr="Man slacking off at work in office (Provided by Getty Images)" id="367" name="Google Shape;367;p25"/>
          <p:cNvPicPr preferRelativeResize="0"/>
          <p:nvPr/>
        </p:nvPicPr>
        <p:blipFill rotWithShape="1">
          <a:blip r:embed="rId3">
            <a:alphaModFix/>
          </a:blip>
          <a:srcRect b="0" l="7539" r="0" t="0"/>
          <a:stretch/>
        </p:blipFill>
        <p:spPr>
          <a:xfrm>
            <a:off x="7801583" y="0"/>
            <a:ext cx="439038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/>
          <p:nvPr>
            <p:ph idx="1" type="body"/>
          </p:nvPr>
        </p:nvSpPr>
        <p:spPr>
          <a:xfrm>
            <a:off x="256147" y="2113735"/>
            <a:ext cx="10292400" cy="4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2000"/>
              <a:t>Chosen model: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   	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2000"/>
              <a:t>Why This Choice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Provides a </a:t>
            </a:r>
            <a:r>
              <a:rPr b="1" lang="en-US" sz="2000"/>
              <a:t>different architectural</a:t>
            </a:r>
            <a:r>
              <a:rPr lang="en-US" sz="2000"/>
              <a:t> compared to ViT (strong locality + hierarchical features).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Good benchmark to evaluate </a:t>
            </a:r>
            <a:r>
              <a:rPr b="1" lang="en-US" sz="2000"/>
              <a:t>CNN vs ViT behavior</a:t>
            </a:r>
            <a:r>
              <a:rPr lang="en-US" sz="2000"/>
              <a:t> inside GSNet.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Proven</a:t>
            </a:r>
            <a:r>
              <a:rPr lang="en-US" sz="2000"/>
              <a:t>, stable architecture with </a:t>
            </a:r>
            <a:r>
              <a:rPr b="1" lang="en-US" sz="2000"/>
              <a:t>well-known performance characteristics</a:t>
            </a:r>
            <a:r>
              <a:rPr lang="en-US" sz="2000"/>
              <a:t>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Lightweight enough to be integrated without heavy compute requirements.</a:t>
            </a:r>
            <a:endParaRPr/>
          </a:p>
        </p:txBody>
      </p:sp>
      <p:sp>
        <p:nvSpPr>
          <p:cNvPr id="373" name="Google Shape;373;p26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CLIP Backbone Replacement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2271864" y="1906220"/>
            <a:ext cx="4968000" cy="738600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ResNet-101 (CLIP CNN variant)</a:t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168726" y="3261408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01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168726" y="3987657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02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168726" y="4713894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03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168726" y="5460455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04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 txBox="1"/>
          <p:nvPr>
            <p:ph idx="1" type="body"/>
          </p:nvPr>
        </p:nvSpPr>
        <p:spPr>
          <a:xfrm>
            <a:off x="275001" y="1563174"/>
            <a:ext cx="11414236" cy="5111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None/>
            </a:pPr>
            <a:r>
              <a:rPr b="1" lang="en-US" sz="2000"/>
              <a:t>Chosen model: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None/>
            </a:pPr>
            <a:r>
              <a:t/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5882"/>
              <a:buNone/>
            </a:pPr>
            <a:r>
              <a:rPr b="1" lang="en-US" sz="2000"/>
              <a:t>   	</a:t>
            </a:r>
            <a:r>
              <a:rPr lang="en-US" sz="2000"/>
              <a:t>Distilled and </a:t>
            </a:r>
            <a:r>
              <a:rPr b="1" lang="en-US" sz="2000"/>
              <a:t>pretrained on SAT-493M</a:t>
            </a:r>
            <a:r>
              <a:rPr lang="en-US" sz="2000"/>
              <a:t> (large satellite-image dataset)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5882"/>
              <a:buNone/>
            </a:pPr>
            <a:r>
              <a:rPr b="1" lang="en-US" sz="2000"/>
              <a:t>Why This Choice</a:t>
            </a:r>
            <a:endParaRPr/>
          </a:p>
          <a:p>
            <a:pPr indent="-342900" lvl="0" marL="457200" rtl="0" algn="l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Char char="•"/>
            </a:pPr>
            <a:r>
              <a:rPr lang="en-US" sz="2000"/>
              <a:t>Pretrained on </a:t>
            </a:r>
            <a:r>
              <a:rPr b="1" lang="en-US" sz="2000"/>
              <a:t>remote-sensing domain</a:t>
            </a:r>
            <a:r>
              <a:rPr lang="en-US" sz="2000"/>
              <a:t>, giving strong feature alignment compared to natural-image DINO.</a:t>
            </a:r>
            <a:endParaRPr/>
          </a:p>
          <a:p>
            <a:pPr indent="-342900" lvl="0" marL="457200" rtl="0" algn="l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Char char="•"/>
            </a:pPr>
            <a:r>
              <a:rPr lang="en-US" sz="2000"/>
              <a:t>Large capacity, better representation of fine-grained land-cover patterns.</a:t>
            </a:r>
            <a:endParaRPr/>
          </a:p>
          <a:p>
            <a:pPr indent="-342900" lvl="0" marL="457200" rtl="0" algn="l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Char char="•"/>
            </a:pPr>
            <a:r>
              <a:rPr lang="en-US" sz="2000"/>
              <a:t>300M variant balances performance and deployment efficiency; the 6.7B variant introduces unnecessary parameter overhead that contradicts size impact and efficiency gains.</a:t>
            </a:r>
            <a:endParaRPr/>
          </a:p>
          <a:p>
            <a:pPr indent="-342900" lvl="0" marL="457200" rtl="0" algn="l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Char char="•"/>
            </a:pPr>
            <a:r>
              <a:rPr lang="en-US" sz="2000"/>
              <a:t>Modern self-supervised model known for </a:t>
            </a:r>
            <a:r>
              <a:rPr b="1" lang="en-US" sz="2000"/>
              <a:t>strong transfer</a:t>
            </a:r>
            <a:r>
              <a:rPr lang="en-US" sz="2000"/>
              <a:t> in segmentation tasks.</a:t>
            </a:r>
            <a:endParaRPr/>
          </a:p>
          <a:p>
            <a:pPr indent="-342900" lvl="0" marL="457200" rtl="0" algn="l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882"/>
              <a:buChar char="•"/>
            </a:pPr>
            <a:r>
              <a:rPr lang="en-US" sz="2000"/>
              <a:t>Promising upgrade over the original GSNet backbone.</a:t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DINO Backbone Replacement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2092106" y="1333275"/>
            <a:ext cx="4968000" cy="7386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DINOv3 ViT-L/16 (300M)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149872" y="2758094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01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149872" y="3405064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02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149872" y="4052059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03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149872" y="5183076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04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149872" y="5816700"/>
            <a:ext cx="539400" cy="5358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91425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05</a:t>
            </a:r>
            <a:endParaRPr b="0" i="0" sz="23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/>
          <p:nvPr>
            <p:ph idx="1" type="body"/>
          </p:nvPr>
        </p:nvSpPr>
        <p:spPr>
          <a:xfrm>
            <a:off x="256148" y="2113735"/>
            <a:ext cx="6672554" cy="1638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Unchanged Components: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Fusion module:</a:t>
            </a:r>
            <a:r>
              <a:rPr lang="en-US" sz="2000"/>
              <a:t> Query-Guided Feature Fusion (QGFF)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Decoder: </a:t>
            </a:r>
            <a:r>
              <a:rPr lang="en-US" sz="2000"/>
              <a:t>Residual Information Preservation Decoder (RIPD)</a:t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Maintaining the core Architecture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256150" y="3751877"/>
            <a:ext cx="81054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 Output Differences: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backbones produce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embedding dimensions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182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ResNet-101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Output: convolutional feature map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512-dimensional features (no projection needed)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182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DINOv3 ViT-L/16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Output: patch embeddings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1024-dimensional patches (projected to 512-dim)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5521" y="2113735"/>
            <a:ext cx="3650331" cy="37636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28"/>
          <p:cNvCxnSpPr/>
          <p:nvPr/>
        </p:nvCxnSpPr>
        <p:spPr>
          <a:xfrm rot="10800000">
            <a:off x="6606988" y="2932801"/>
            <a:ext cx="3280986" cy="9091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28"/>
          <p:cNvSpPr/>
          <p:nvPr/>
        </p:nvSpPr>
        <p:spPr>
          <a:xfrm>
            <a:off x="9745099" y="2978256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28"/>
          <p:cNvCxnSpPr>
            <a:stCxn id="400" idx="3"/>
          </p:cNvCxnSpPr>
          <p:nvPr/>
        </p:nvCxnSpPr>
        <p:spPr>
          <a:xfrm flipH="1">
            <a:off x="6631614" y="3121141"/>
            <a:ext cx="3138000" cy="1662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8"/>
          <p:cNvSpPr txBox="1"/>
          <p:nvPr>
            <p:ph idx="1" type="body"/>
          </p:nvPr>
        </p:nvSpPr>
        <p:spPr>
          <a:xfrm>
            <a:off x="256125" y="5781080"/>
            <a:ext cx="66726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50"/>
              <a:t>Both backbones are adapted to produce 512-dimensional features compatible with the existing QGFF fusion module</a:t>
            </a:r>
            <a:endParaRPr b="1" sz="1550"/>
          </a:p>
        </p:txBody>
      </p:sp>
      <p:cxnSp>
        <p:nvCxnSpPr>
          <p:cNvPr id="403" name="Google Shape;403;p28"/>
          <p:cNvCxnSpPr>
            <a:stCxn id="400" idx="4"/>
          </p:cNvCxnSpPr>
          <p:nvPr/>
        </p:nvCxnSpPr>
        <p:spPr>
          <a:xfrm flipH="1">
            <a:off x="7017499" y="3145656"/>
            <a:ext cx="2811300" cy="2635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599f76ea0_0_16"/>
          <p:cNvSpPr/>
          <p:nvPr/>
        </p:nvSpPr>
        <p:spPr>
          <a:xfrm>
            <a:off x="773850" y="2774075"/>
            <a:ext cx="110139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Thank You!</a:t>
            </a:r>
            <a:endParaRPr b="1" i="0" sz="4400" u="none" cap="none" strike="noStrike">
              <a:solidFill>
                <a:srgbClr val="051D3A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Any Questions?</a:t>
            </a:r>
            <a:endParaRPr b="1" i="0" sz="4400" u="none" cap="none" strike="noStrike">
              <a:solidFill>
                <a:srgbClr val="051D3A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pic>
        <p:nvPicPr>
          <p:cNvPr id="410" name="Google Shape;410;g3a599f76ea0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1204" y="142781"/>
            <a:ext cx="1228633" cy="112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3a599f76ea0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4987" y="142781"/>
            <a:ext cx="2240824" cy="112041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a599f76ea0_0_16"/>
          <p:cNvSpPr/>
          <p:nvPr/>
        </p:nvSpPr>
        <p:spPr>
          <a:xfrm>
            <a:off x="4646152" y="6079238"/>
            <a:ext cx="74685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Abedal Salam AL ASHI ABOU SHOUSHE  - 336648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MAATOUK - 343952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JABER  - 338920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2025-11-12T12:09:38Z</dcterms:created>
  <dc:creator>maatouk h</dc:creator>
</cp:coreProperties>
</file>